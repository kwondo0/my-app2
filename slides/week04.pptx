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실습 강화판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핵심 기능 심화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290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동적 라우팅 → 데이터 페칭 → shadcn/ui → Server Action → Route Handler, 오늘도 손으로 따라옵니다.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웹서버보안프로그래밍 · 정보보호학과 · 중부대학교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· Next.js 핵심 기능 심화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3시간, 이렇게 진행합니다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프로젝트를 그대로 이어서 씁니다 — 새 프로젝트 아님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3794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78992" y="172821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지난주 복습 &amp; 오늘 목표 (10분)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78992" y="203911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결과물 확인, 오늘 배울 5가지 미리보기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459736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78992" y="235000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동적 라우팅: 상품 목록/상세 (35분)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" y="266090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products.ts → page.tsx → [id]/page.tsx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081528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78992" y="29718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loading.tsx &amp; Suspense (15분)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78992" y="3282696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자동으로 로딩 화면이 뜨는지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78992" y="359359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shadcn/ui 설치 (20분)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" y="390448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shadcn init, Button 컴포넌트 가져오기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325112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78992" y="4215384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Server Action: 좋아요 버튼 (35분)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078992" y="4526280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actions.ts + LikeButton.tsx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94690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78992" y="48371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Route Handler + 직접 만들기 과제 (30분)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078992" y="514807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/api/hello, 새 상품 추가 기능 힌트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568696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78992" y="545896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배포 &amp; 제출 (15분)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78992" y="576986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지난주와 같은 방법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복습 &amp; 오늘 목표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프로젝트를 그대로 이어서 기능을 추가합니다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· Next.js 핵심 기능 심화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· Next.js 핵심 기능 심화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만든 프로젝트, 잘 있나요?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프로젝트를 만들지 않습니다 — 3주차 폴더에서 계속 작업합니다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1064240" cy="219456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4884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my-app   # 3주차에 만든 그 폴더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status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run dev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Counter, /about 이 여전히 잘 동작하는지 먼저 확인하세요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3434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452628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과제를 아직 못 끝냈다면? 오늘 실습은 계속 이어서 하되, Counter/about이 없어도 오늘 내용(products, shadcn/ui 등)은 독립적으로 진행 가능합니다. 두 과제 다 이번 주 안에 제출하세요.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· Next.js 핵심 기능 심화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미리보기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추가할 파일 5+1종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모두 3주차 프로젝트 위에 새로 추가되는 파일입니다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084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1401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products.ts + page.tsx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871216"/>
            <a:ext cx="2926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임시 데이터 + 목록/상세 페이지. 동적 라우팅 [id] 폴더의 의미를 배웁니다.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182880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617720" y="2084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41401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loading.tsx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871216"/>
            <a:ext cx="2926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이름만 맞추면 Next.js가 자동으로 로딩 UI로 감싸줍니다.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412480" y="2084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41401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components/ui/button.tsx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871216"/>
            <a:ext cx="2926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 — npm 패키지가 아니라 '내 코드로 복사해오는' 컴포넌트.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2960" y="42793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60857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actions.ts + LikeButton.tsx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065776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 server" 함수를 클라이언트에서 그냥 함수처럼 호출합니다.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09360" y="402336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583680" y="42793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460857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app/api/hello/route.ts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5065776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페이지가 아니라 JSON을 응답하는 API 엔드포인트입니다.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동적 라우팅: 상품 목록 &amp; 상세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 이름의 대괄호 [id] 하나로 무한한 URL을 처리합니다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· Next.js 핵심 기능 심화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· Next.js 핵심 기능 심화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파일 생성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lib/products.ts 만들기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6주차에 MongoDB로 바뀌기 전까지 쓸 임시 데이터입니다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2468880"/>
          </a:xfrm>
          <a:prstGeom prst="roundRect">
            <a:avLst>
              <a:gd name="adj" fmla="val 2963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0312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type Product =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string;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string;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description: string;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likes: number;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products: Product[] = [ /* id 1~3, 이름/설명/likes */ ];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62686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78992" y="451713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 만들기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48280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 폴더가 없다면 새로 만들고 products.ts 파일을 추가합니다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31266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78992" y="520293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타입부터 정의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55138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type Product — 이후 나올 함수들의 반환 타입에 재사용됩니다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· Next.js 핵심 기능 심화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일부러 넣는 지연(delay) — 왜?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DB 조회처럼 '시간이 걸리는' 상황을 재현합니다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4114800"/>
          </a:xfrm>
          <a:prstGeom prst="roundRect">
            <a:avLst>
              <a:gd name="adj" fmla="val 1778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03120"/>
            <a:ext cx="10424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delay(ms: number)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new Promise((resolve) =&gt; setTimeout(resolve, ms));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getProducts(): Promise&lt;Product[]&gt;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delay(700); // ← 이게 없으면 loading.tsx가 안 보임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products;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getProduct(id: string)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delay(400);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products.find((p) =&gt; p.id === id);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· Next.js 핵심 기능 심화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app/products/page.tsx — 목록 페이지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Component는 함수 안에서 바로 await를 쓸 수 있습니다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4114800"/>
          </a:xfrm>
          <a:prstGeom prst="roundRect">
            <a:avLst>
              <a:gd name="adj" fmla="val 1778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03120"/>
            <a:ext cx="10424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getProducts } from "@/lib/products";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async function ProductsPage()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products = await getProducts();  // 여기서 700ms 대기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&lt;ul&gt;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{products.map((p) =&gt; (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&lt;li key={p.id}&gt;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&lt;Link href={`/products/${p.id}`}&gt;{p.name}&lt;/Link&gt;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&lt;/li&gt;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))}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&lt;/ul&gt;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· Next.js 핵심 기능 심화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체크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여기까지 만들고 브라우저로 확인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app/products/page.tsx 까지 저장했다면 바로 접속해봅니다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488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-p app/products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page.tsx 저장 후 브라우저에서: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http://localhost:3000/products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53721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4279392"/>
            <a:ext cx="4823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정상이면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608576"/>
            <a:ext cx="4823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0.7초쯤 하얀 화면 후 목록 3개 등장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065776"/>
            <a:ext cx="48234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0.7초가 delay(700). 다음 파트에서 이 시간에 로딩 화면을 보여주는 법을 배웁니다.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40780" y="4023360"/>
            <a:ext cx="53721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15100" y="4279392"/>
            <a:ext cx="4823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에러라면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515100" y="4608576"/>
            <a:ext cx="4823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"Cannot find module @/lib/products"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15100" y="5065776"/>
            <a:ext cx="48234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tsconfig.json의 경로 별칭(@/*)이 3주차 그대로 있는지, 파일 경로 오타가 없는지 확인.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· Next.js 핵심 기능 심화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핵심 개념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 이름의 [id] = 동적 세그먼트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하나가 무한히 많은 URL을 처리합니다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2574036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53288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 구조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880360"/>
            <a:ext cx="21717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app/products/[id]/page.tsx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140964" y="1965960"/>
            <a:ext cx="2194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78708" y="1965960"/>
            <a:ext cx="2574036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79876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579876" y="253288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/products/1 요청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579876" y="2880360"/>
            <a:ext cx="21717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= "1"로 이 파일이 실행됨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971032" y="1965960"/>
            <a:ext cx="2194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08776" y="1965960"/>
            <a:ext cx="2574036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9944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09944" y="253288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/products/2 요청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09944" y="2880360"/>
            <a:ext cx="21717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파일이 id = "2"로 다시 실행됨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801100" y="1965960"/>
            <a:ext cx="2194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038844" y="1965960"/>
            <a:ext cx="2574036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40012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240012" y="253288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/products/999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240012" y="2880360"/>
            <a:ext cx="21717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존재하지 않는 id → notFound() 처리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39776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4400" y="416052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대괄호 [ ]가 붙은 폴더 이름은 URL의 그 자리에 어떤 값이 와도 매칭됩니다. 3주차의 app/about은 정확히 /about 하나만 처리했지만, [id]는 /products/아무값이나 다 처리합니다.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· Next.js 핵심 기능 심화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app/products/[id]/page.tsx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16부터 params는 Promise — 반드시 await 해야 합니다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4114800"/>
          </a:xfrm>
          <a:prstGeom prst="roundRect">
            <a:avLst>
              <a:gd name="adj" fmla="val 1778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03120"/>
            <a:ext cx="10424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Props = { params: Promise&lt;{ id: string }&gt; };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async function ProductDetailPage({ params }: Props)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id } = await params;   // ← Next.js 16 필수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product = await getProduct(id);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(!product)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notFound();   // 없는 id면 404로 이동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 /* 상세 화면 + &lt;LikeButton /&gt; */ 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· Next.js 핵심 기능 심화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params를 await 안 하면 무슨 일이?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예전 버전(Next.js 14 이하) 코드를 그대로 베끼면 여기서 막힙니다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3721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221992"/>
            <a:ext cx="4823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옛날 방식 (에러남)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51176"/>
            <a:ext cx="4823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{ id } = params;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08376"/>
            <a:ext cx="482346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params가 Promise 객체라서 id가 undefined가 됩니다. 타입스크립트가 컴파일 단계에서 에러를 잡아줍니다.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40780" y="1965960"/>
            <a:ext cx="53721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15100" y="2221992"/>
            <a:ext cx="4823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방식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15100" y="2551176"/>
            <a:ext cx="4823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{ id } = await params;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15100" y="3008376"/>
            <a:ext cx="482346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16의 공식 변경사항입니다. 검색해서 나오는 예제 코드가 옛날 버전이면 꼭 await를 추가하세요.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67258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78992" y="456285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실습: /products/1, /products/2, /products/999 모두 접속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" y="487375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1·2는 상세 페이지, 999는 Next.js 기본 404 화면이 떠야 정상입니다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loading.tsx &amp; Suspense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이름 하나로 로딩 화면이 자동으로 생깁니다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· Next.js 핵심 기능 심화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· Next.js 핵심 기능 심화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app/products/loading.tsx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폴더에 이 이름의 파일을 두면 Next.js가 알아서 감지합니다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4114800"/>
          </a:xfrm>
          <a:prstGeom prst="roundRect">
            <a:avLst>
              <a:gd name="adj" fmla="val 1778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03120"/>
            <a:ext cx="10424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ProductsLoading()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className="..."&gt;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&lt;div className="h-7 w-64 animate-pulse rounded bg-black/[.06]" /&gt;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{[1, 2, 3].map((i) =&gt; (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&lt;div key={i} className="h-16 animate-pulse rounded-lg ..." /&gt;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))}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· Next.js 핵심 기능 심화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원리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import도, 연결 코드도 없는데 동작하나요?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이것도 3주차의 File-based Routing과 같은 원리 — 파일 이름 자체가 규칙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2574036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53288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도착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880360"/>
            <a:ext cx="21717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브라우저가 /products 요청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140964" y="1965960"/>
            <a:ext cx="2194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78708" y="1965960"/>
            <a:ext cx="2574036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79876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579876" y="253288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Next.js가 감지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579876" y="2880360"/>
            <a:ext cx="21717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폴더에 loading.tsx가 있는지 확인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971032" y="1965960"/>
            <a:ext cx="2194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08776" y="1965960"/>
            <a:ext cx="2574036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9944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09944" y="253288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자동으로 Suspense 감싸기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09944" y="2880360"/>
            <a:ext cx="21717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page.tsx를 &lt;Suspense fallback={&lt;Loading/&gt;}&gt;로 감쌈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801100" y="1965960"/>
            <a:ext cx="2194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038844" y="1965960"/>
            <a:ext cx="2574036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40012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240012" y="253288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준비되면 교체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240012" y="2880360"/>
            <a:ext cx="21717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getProducts()가 끝나는 순간 실제 화면으로 전환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397764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4400" y="416052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실습: lib/products.ts의 delay(700)를 delay(3000)으로 잠깐 바꿔서 새로고침해보세요. 스켈레톤 화면이 3초간 뚜렷하게 보입니다. 확인 후 700으로 되돌려두는 것 잊지 마세요.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 설치하기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install이 아니라 '내 코드로 복사'해오는 컴포넌트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· Next.js 핵심 기능 심화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· Next.js 핵심 기능 심화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shadcn/ui는 패키지가 아닙니다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package.json의 dependency로 안 잡히고, 소스 파일 자체가 내 프로젝트에 생깁니다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3721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221992"/>
            <a:ext cx="4823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보통 라이브러리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51176"/>
            <a:ext cx="4823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some-ui-lib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08376"/>
            <a:ext cx="482346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node_modules 안에 코드가 숨어있고, 내가 직접 수정할 수 없습니다. 업데이트는 버전만 올리면 됩니다.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40780" y="1965960"/>
            <a:ext cx="53721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15100" y="2221992"/>
            <a:ext cx="4823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15100" y="2551176"/>
            <a:ext cx="4823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shadcn add button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15100" y="3008376"/>
            <a:ext cx="482346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components/ui/button.tsx 파일이 내 프로젝트 안에 그대로 생깁니다. 마음대로 열어서 고쳐도 됩니다 — 그게 원래 컨셉입니다.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· Next.js 핵심 기능 심화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shadcn init 실행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최초 1회만 실행하면 됩니다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1064240" cy="2377440"/>
          </a:xfrm>
          <a:prstGeom prst="roundRect">
            <a:avLst>
              <a:gd name="adj" fmla="val 3077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4884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npx shadcn@latest init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 Which style would you like to use? › Default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 Which color would you like to use as base color? › Zinc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 Would you like to use CSS variables for colors? › yes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475488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프롬프트가 여러 개 더 나올 수 있습니다 — 기본값(Enter)으로 진행해도 무방합니다. 이 명령이 components.json과 lib/utils.ts를 자동으로 만들어줍니다.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· Next.js 핵심 기능 심화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components.json + lib/utils.ts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init이 자동으로 만들어준 두 파일 — 직접 만들 필요 없음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3108960"/>
          </a:xfrm>
          <a:prstGeom prst="roundRect">
            <a:avLst>
              <a:gd name="adj" fmla="val 2353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03120"/>
            <a:ext cx="10424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components.json — shadcn CLI가 컴포넌트를 어디에 둘지 정하는 설정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"aliases": { "components": "@/components", "ui": "@/components/ui" } 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lib/utils.ts — 거의 모든 shadcn 컴포넌트가 쓰는 헬퍼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cn(...inputs: ClassValue[])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twMerge(clsx(inputs));  // 겹치는 Tailwind 클래스 정리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531266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78992" y="520293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실습: npx shadcn@latest add button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551383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components/ui/button.tsx 파일이 새로 생기는지 확인하세요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Action: 좋아요 버튼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 server" 함수를 클라이언트에서 그냥 함수처럼 호출합니다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· Next.js 핵심 기능 심화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· Next.js 핵심 기능 심화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Action이란?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엔드포인트를 직접 만들지 않고 서버 로직을 호출하는 방법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6FF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 server"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540410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4963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898648"/>
            <a:ext cx="5001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옛날 방식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3246120"/>
            <a:ext cx="5001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fetch('/api/like') → Route Handler가 처리 → 응답 파싱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971032" y="2331720"/>
            <a:ext cx="2194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208776" y="2331720"/>
            <a:ext cx="540410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9944" y="24963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09944" y="2898648"/>
            <a:ext cx="5001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Action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409944" y="3246120"/>
            <a:ext cx="5001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likeProductAction(id) 그냥 호출 → Next.js가 자동으로 서버 왕복 처리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4805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6주차에 MongoDB CRUD를 만들 때도 계속 이 패턴을 씁니다 — 지금 확실히 이해해두면 나중이 훨씬 편합니다.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· Next.js 핵심 기능 심화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lib/actions.ts 만들기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맨 위 "use server" 한 줄이 핵심입니다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4114800"/>
          </a:xfrm>
          <a:prstGeom prst="roundRect">
            <a:avLst>
              <a:gd name="adj" fmla="val 1778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03120"/>
            <a:ext cx="10424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 server";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revalidatePath } from "next/cache";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likeProduct as likeProductInDb } from "@/lib/products";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likeProductAction(id: string)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newLikes = await likeProductInDb(id);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revalidatePath(`/products/${id}`);   // 다른 탭도 최신값으로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newLikes;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· Next.js 핵심 기능 심화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components/LikeButton.tsx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함수를 호출해야 하므로 반드시 "use client"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4114800"/>
          </a:xfrm>
          <a:prstGeom prst="roundRect">
            <a:avLst>
              <a:gd name="adj" fmla="val 1778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03120"/>
            <a:ext cx="10424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 client";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useState, useTransition } from "react";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Button } from "@/components/ui/button";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likeProductAction } from "@/lib/actions";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LikeButton({ id, initialLikes })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[likes, setLikes] = useState(initialLikes);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[isPending, startTransition] = useTransition();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onClick에서 startTransition(async () =&gt; { ... }) 로 호출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· Next.js 핵심 기능 심화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useTransition — 왜 필요한가?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버튼을 연타해도 자연스럽게 처리되도록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4114800"/>
          </a:xfrm>
          <a:prstGeom prst="roundRect">
            <a:avLst>
              <a:gd name="adj" fmla="val 1778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03120"/>
            <a:ext cx="10424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variant="outline"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disabled={isPending}   // 요청 중엔 다시 못 누르게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onClick={() =&gt;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startTransition(async () =&gt;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newLikes = await likeProductAction(id);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setLikes(newLikes);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{isPending ? "저장 중..." : `♥ 좋아요 ${likes}`}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· Next.js 핵심 기능 심화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확인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[id]/page.tsx에 LikeButton 연결하고 테스트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 페이지 컴포넌트 안에 &lt;LikeButton /&gt; 한 줄만 추가하면 됩니다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4884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LikeButton } from "@/components/LikeButton";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product를 불러온 다음 ...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&lt;LikeButton id={product.id} initialLikes={product.likes} /&gt;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53721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4096512"/>
            <a:ext cx="4823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동작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425696"/>
            <a:ext cx="4823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 클릭 → 잠깐 '저장 중...' → 숫자 +1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882896"/>
            <a:ext cx="48234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새로고침해도 숫자가 유지되면 성공 (실제로는 메모리 데이터라 서버 재시작하면 초기화됩니다 — 6주차에서 DB로 해결)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40780" y="3840480"/>
            <a:ext cx="53721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15100" y="4096512"/>
            <a:ext cx="4823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 될 때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515100" y="4425696"/>
            <a:ext cx="4823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버튼이 아예 안 보임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15100" y="4882896"/>
            <a:ext cx="48234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components/ui/button.tsx가 실제로 생성됐는지, import 경로 오타는 없는지 확인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Handler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페이지가 아니라 JSON을 응답하는 API 엔드포인트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· Next.js 핵심 기능 심화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· Next.js 핵심 기능 심화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 비교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page.tsx vs route.ts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폴더 구조 규칙을 쓰지만 하는 일이 다릅니다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69080"/>
                <a:gridCol w="4069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page.tsx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route.ts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반환하는 것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화면(HTML/React)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등 데이터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파일 위치 예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app/products/page.tsx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app/api/hello/route.ts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접속 방법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브라우저 주소창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fetch(), curl, 브라우저 주소창(JSON으로 보임)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함수 이름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export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GET, POST 등 HTTP 메서드 이름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· Next.js 핵심 기능 심화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app/api/hello/route.ts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 경로 그대로 URL이 됩니다 — /api/hello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3291840"/>
          </a:xfrm>
          <a:prstGeom prst="roundRect">
            <a:avLst>
              <a:gd name="adj" fmla="val 2222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03120"/>
            <a:ext cx="10424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NextResponse } from "next/server";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GET()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NextResponse.json({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message: "안녕하세요, Route Handler가 응답한 JSON입니다.",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week: 4,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540410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78992" y="52943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실습: mkdir -p app/api/hello 후 route.ts 저장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560527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브라우저에서 http://localhost:3000/api/hello 접속 → JSON이 그대로 보이면 성공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만들기: 새 상품 추가 기능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배운 걸 그대로 응용하는 이번 주 핵심 과제입니다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· Next.js 핵심 기능 심화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· Next.js 핵심 기능 심화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 #2 힌트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폼 + Server Action으로 상품 추가하기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그대로 복붙하지 말고 아래 순서대로 직접 타이핑하며 만들어보세요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257403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53288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products.ts에 함수 추가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880360"/>
            <a:ext cx="2171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addProduct(name, description) — products 배열에 push하는 async 함수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140964" y="1965960"/>
            <a:ext cx="2194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78708" y="1965960"/>
            <a:ext cx="257403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79876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579876" y="253288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actions.ts에 Server Action 추가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579876" y="2880360"/>
            <a:ext cx="2171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createProductAction — FormData를 받아 addProduct 호출 + revalidatePath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971032" y="1965960"/>
            <a:ext cx="2194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08776" y="1965960"/>
            <a:ext cx="257403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9944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09944" y="253288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폼 컴포넌트 작성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09944" y="2880360"/>
            <a:ext cx="2171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&lt;form action={createProductAction}&gt;으로 input 2개 + 제출 버튼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801100" y="1965960"/>
            <a:ext cx="2194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038844" y="1965960"/>
            <a:ext cx="257403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40012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240012" y="253288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목록 페이지에 배치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240012" y="2880360"/>
            <a:ext cx="2171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app/products/page.tsx 맨 위나 아래에 폼을 렌더링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1605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4400" y="43434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&lt;form action={서버액션함수}&gt;는 useState 없이도 동작합니다 (React 19의 폼 액션 기능). LikeButton처럼 useTransition을 꼭 쓸 필요는 없습니다 — 더 간단한 방법도 있다는 걸 직접 찾아보세요.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· Next.js 핵심 기능 심화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트러블슈팅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자주 만나는 에러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새로 나온 개념일수록 실수가 잦은 지점들입니다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840480"/>
                <a:gridCol w="393192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증상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id가 항상 undefined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params를 await 안 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 { id } = await params; 로 수정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버튼 클릭해도 반응 없음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LikeButton에 "use client" 누락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파일 맨 위에 "use client" 추가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Action 호출 시 에러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actions.ts에 "use server" 누락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파일 맨 위 (함수 안 X, 파일 최상단)에 추가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shadcn Button import 실패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button 실행 전에 import부터 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npx shadcn@latest add button 먼저 실행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/api/hello가 404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route.ts 파일명 오타 (routes.ts 등)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정확히 route.ts (단수)인지 확인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&amp; 제출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3주차와 완전히 같은 방법입니다 — 이번엔 빠르게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· Next.js 핵심 기능 심화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· Next.js 핵심 기능 심화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14 — 복습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→ Vercel → submissions-2026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3주차에 이미 연결해둔 레포와 Vercel 프로젝트를 그대로 씁니다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1064240" cy="219456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4884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"week04: products 라우팅, shadcn/ui, Server Action, Route Handler"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push하면 Vercel이 자동으로 재배포합니다 (Import를 다시 할 필요 없음)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343400"/>
            <a:ext cx="351739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45079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4910328"/>
            <a:ext cx="311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submissions-2026 Fork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5257800"/>
            <a:ext cx="3115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3주차에 이미 Fork했다면 그대로 재사용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084320" y="4343400"/>
            <a:ext cx="2194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322064" y="4343400"/>
            <a:ext cx="351739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23232" y="45079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523232" y="4910328"/>
            <a:ext cx="311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submissions/week04/학번.json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23232" y="5257800"/>
            <a:ext cx="3115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repo_url · commit_sha · deploy_url 기입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857744" y="4343400"/>
            <a:ext cx="2194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095488" y="4343400"/>
            <a:ext cx="351739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96656" y="45079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296656" y="4910328"/>
            <a:ext cx="311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생성 → merge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296656" y="5257800"/>
            <a:ext cx="3115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체크 통과 확인 후 자동채점 결과 확인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· Next.js 핵심 기능 심화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실습 체크리스트 (과제 #2)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6개를 모두 마쳐야 오늘 과제가 완료된 것입니다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03911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039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975104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app/products, app/products/[id]로 목록/상세 페이지 완성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66090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6609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596896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loading.tsx 스켈레톤이 실제로 보이는 것 확인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2826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321868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shadcn add button으로 Button 컴포넌트 도입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90448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9044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3840480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LikeButton — Server Action으로 좋아요 수 증가 동작 확인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5262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" y="4462272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상품 추가 기능(폼 + Server Action) 직접 구현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514807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5148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32688" y="5084064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레포에 push → Vercel 배포 → submissions-2026에 PR 제출</a:t>
            </a:r>
            <a:endParaRPr lang="en-US" sz="13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주 안내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· 공지사항 게시판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배운 라우팅·Server Action을 하나의 실전 CRUD 게시판으로 확장합니다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4495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334155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0449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980944"/>
            <a:ext cx="9646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 #2 — 오늘 만든 코드 + Vercel 배포 링크를 submissions-2026에 제출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59359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334155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593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3529584"/>
            <a:ext cx="9646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products.ts를 열어 데이터 구조를 다시 한번 눈에 익혀두기 (5주차 게시판도 비슷한 패턴)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웹서버보안프로그래밍 · 정보보호학과 · 중부대학교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2026-09-01T07:10:23Z</dcterms:created>
  <dcterms:modified xsi:type="dcterms:W3CDTF">2026-09-01T07:10:23Z</dcterms:modified>
</cp:coreProperties>
</file>