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566928" cy="566928"/>
          </a:xfrm>
          <a:prstGeom prst="ellipse">
            <a:avLst/>
          </a:prstGeom>
          <a:solidFill>
            <a:srgbClr val="06B6D4">
              <a:alpha val="2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143" y="684703"/>
            <a:ext cx="294803" cy="294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3317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핵심 기능 심화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라우팅 · 데이터 페칭 · Server Action · Suspense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4주차 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3주차 템플릿에 기능을 이어서 붙입니다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정보보호학과  ·  중부대학교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다룰 내용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지난주 템플릿을 그대로 이어서, 실제 화면을 만드는 데 필요한 4가지를 추가합니다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4주차 · Next.js 핵심 기능 심화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2223821"/>
            <a:ext cx="261518" cy="26151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08483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라우팅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251960" y="208483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app/products/[id]처럼 폴더 이름에 대괄호를 쓰는 규칙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315468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1" y="327538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313639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데이터 페칭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4251960" y="313639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Server Component에서 바로 await로 데이터 가져오기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420624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432694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71600" y="418795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Suspense · loading.tsx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4251960" y="418795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기다리는 동안 자동으로 보여줄 화면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40080" y="525780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5378501"/>
            <a:ext cx="261518" cy="26151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71600" y="52395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Server Action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4251960" y="523951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클라이언트에서 함수처럼 호출하는 서버 로직 ("좋아요" 버튼)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라우팅 — app/products/[id]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 이름의 대괄호 [id]가 어떤 값이든 받아주는 자리표시자입니다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4주차 · Next.js 핵심 기능 심화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10515600" cy="4023360"/>
          </a:xfrm>
          <a:prstGeom prst="roundRect">
            <a:avLst>
              <a:gd name="adj" fmla="val 1818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5400000">
              <a:srgbClr val="0F172A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167128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Shape 5"/>
          <p:cNvSpPr/>
          <p:nvPr/>
        </p:nvSpPr>
        <p:spPr>
          <a:xfrm>
            <a:off x="1152144" y="216712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1408176" y="2167128"/>
            <a:ext cx="128016" cy="128016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093976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app/products/[id]/page.tsx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32688" y="2514600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Props = { params: Promise&lt;{ id: string }&gt; }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32688" y="3172968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async function ProductDetailPage({ params }: Props) {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32688" y="3502152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id } = await params</a:t>
            </a:r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// 반드시 await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32688" y="3831336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product = await getProduct(id)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32688" y="4489704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(!product) notFound()</a:t>
            </a:r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// 없는 id면 404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32688" y="5148072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&lt;h1&gt;{product.name}&lt;/h1&gt;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32688" y="5477256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기다리는 동안 — loading.tsx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폴더에 loading.tsx를 두면 Next.js가 자동으로 Suspense로 감싸줍니다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4주차 · Next.js 핵심 기능 심화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2478024" cy="3200400"/>
          </a:xfrm>
          <a:prstGeom prst="roundRect">
            <a:avLst>
              <a:gd name="adj" fmla="val 369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595628" y="2423160"/>
            <a:ext cx="566928" cy="56692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1691" y="2559223"/>
            <a:ext cx="294803" cy="294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200400"/>
            <a:ext cx="2478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페이지 진입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31520" y="3611880"/>
            <a:ext cx="22951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/products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3118104" y="3291840"/>
            <a:ext cx="201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3319272" y="2103120"/>
            <a:ext cx="2478024" cy="3200400"/>
          </a:xfrm>
          <a:prstGeom prst="roundRect">
            <a:avLst>
              <a:gd name="adj" fmla="val 369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274820" y="2423160"/>
            <a:ext cx="566928" cy="56692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0883" y="2559223"/>
            <a:ext cx="294803" cy="29480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319272" y="3200400"/>
            <a:ext cx="2478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loading.tsx 표시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3410712" y="3611880"/>
            <a:ext cx="22951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page.tsx가 아직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끝나지 않음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5797296" y="3291840"/>
            <a:ext cx="201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5998464" y="2103120"/>
            <a:ext cx="2478024" cy="3200400"/>
          </a:xfrm>
          <a:prstGeom prst="roundRect">
            <a:avLst>
              <a:gd name="adj" fmla="val 369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954012" y="2423160"/>
            <a:ext cx="566928" cy="56692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0075" y="2559223"/>
            <a:ext cx="294803" cy="29480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998464" y="3200400"/>
            <a:ext cx="2478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데이터 페칭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6089904" y="3611880"/>
            <a:ext cx="22951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await getProducts()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8476488" y="3291840"/>
            <a:ext cx="201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23" name="Shape 18"/>
          <p:cNvSpPr/>
          <p:nvPr/>
        </p:nvSpPr>
        <p:spPr>
          <a:xfrm>
            <a:off x="8677656" y="2103120"/>
            <a:ext cx="2478024" cy="3200400"/>
          </a:xfrm>
          <a:prstGeom prst="roundRect">
            <a:avLst>
              <a:gd name="adj" fmla="val 369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633204" y="2423160"/>
            <a:ext cx="566928" cy="56692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9267" y="2559223"/>
            <a:ext cx="294803" cy="294803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677656" y="3200400"/>
            <a:ext cx="2478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완성된 화면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8769096" y="3611880"/>
            <a:ext cx="22951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준비되면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자동으로 교체</a:t>
            </a:r>
            <a:endParaRPr lang="en-US" sz="1250" dirty="0"/>
          </a:p>
        </p:txBody>
      </p:sp>
      <p:sp>
        <p:nvSpPr>
          <p:cNvPr id="28" name="Text 22"/>
          <p:cNvSpPr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별도의 스피너 상태(isLoading)를 직접 관리하지 않아도, 파일 이름 규칙만으로 로딩 UI가 자동 연결됩니다.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Server Action — 좋아요 버튼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클라이언트에서 서버 함수를 마치 로컬 함수처럼 호출합니다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4주차 · Next.js 핵심 기능 심화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6675120" cy="4023360"/>
          </a:xfrm>
          <a:prstGeom prst="roundRect">
            <a:avLst>
              <a:gd name="adj" fmla="val 1818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5400000">
              <a:srgbClr val="0F172A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167128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Shape 5"/>
          <p:cNvSpPr/>
          <p:nvPr/>
        </p:nvSpPr>
        <p:spPr>
          <a:xfrm>
            <a:off x="1152144" y="216712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1408176" y="2167128"/>
            <a:ext cx="128016" cy="128016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093976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lib/actions.ts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32688" y="251460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"use server"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32688" y="317296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async function </a:t>
            </a:r>
            <a:pPr indent="0" marL="0">
              <a:buNone/>
            </a:pPr>
            <a:r>
              <a:rPr lang="en-US" sz="12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likeProductAction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(id: string) {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32688" y="350215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newLikes = await likeProductInDb(id)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32688" y="3831336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revalidatePath(`/products/${id}`)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32688" y="416052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newLikes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32688" y="4489704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635240" y="196596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1F5F9"/>
          </a:solidFill>
          <a:ln/>
        </p:spPr>
      </p:sp>
      <p:sp>
        <p:nvSpPr>
          <p:cNvPr id="17" name="Shape 15"/>
          <p:cNvSpPr/>
          <p:nvPr/>
        </p:nvSpPr>
        <p:spPr>
          <a:xfrm>
            <a:off x="7909560" y="2240280"/>
            <a:ext cx="457200" cy="45720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19288" y="2350008"/>
            <a:ext cx="237744" cy="237744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7909560" y="2834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흐름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909560" y="3291840"/>
            <a:ext cx="3611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클릭 (Client)
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likeProductAction() 호출
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서버에서 실행, DB 업데이트
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새 좋아요 수를 화면에 반영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 Handler — API 엔드포인트 만들기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페이지가 아니라 JSON을 응답하는 백엔드 엔드포인트가 필요할 때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4주차 · Next.js 핵심 기능 심화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10515600" cy="3108960"/>
          </a:xfrm>
          <a:prstGeom prst="roundRect">
            <a:avLst>
              <a:gd name="adj" fmla="val 2353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5400000">
              <a:srgbClr val="0F172A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167128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Shape 5"/>
          <p:cNvSpPr/>
          <p:nvPr/>
        </p:nvSpPr>
        <p:spPr>
          <a:xfrm>
            <a:off x="1152144" y="216712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1408176" y="2167128"/>
            <a:ext cx="128016" cy="128016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093976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app/api/hello/route.ts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32688" y="2514600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NextResponse } </a:t>
            </a:r>
            <a:pPr indent="0" marL="0">
              <a:buNone/>
            </a:pPr>
            <a:r>
              <a:rPr lang="en-US" sz="125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</a:t>
            </a:r>
            <a:pPr indent="0" marL="0">
              <a:buNone/>
            </a:pPr>
            <a:r>
              <a:rPr lang="en-US" sz="125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"next/server"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32688" y="3172968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async function </a:t>
            </a:r>
            <a:pPr indent="0" marL="0">
              <a:buNone/>
            </a:pPr>
            <a:r>
              <a:rPr lang="en-US" sz="12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32688" y="3502152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NextResponse.json({ message: "안녕하세요" })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32688" y="3831336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" y="53949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 /api/hello → 브라우저에서 바로 열어도 JSON이 그대로 응답됩니다. 6주차부터 이 자리에 MongoDB 조회가 들어갑니다.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shadcn/ui로 UI 컴포넌트 다듬기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설치형 라이브러리가 아니라, 소스코드를 프로젝트에 복사해서 씁니다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4주차 · Next.js 핵심 기능 심화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2269541"/>
            <a:ext cx="261518" cy="26151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13055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components.json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251960" y="213055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baseColor, 별칭(@/components 등) 등 shadcn 설정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310896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1" y="322966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309067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lib/utils.ts (cn 함수)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4251960" y="309067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Tailwind 클래스를 조건부로 합치는 헬퍼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406908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418978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71600" y="405079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components/ui/button.tsx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4251960" y="405079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variant(default/outline/ghost), size를 가진 버튼 컴포넌트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40080" y="502920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5149901"/>
            <a:ext cx="261518" cy="26151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71600" y="5010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사용한 곳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4251960" y="501091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LikeButton에서 &lt;Button variant="outline"&gt;으로 재사용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566928" cy="566928"/>
          </a:xfrm>
          <a:prstGeom prst="ellipse">
            <a:avLst/>
          </a:prstGeom>
          <a:solidFill>
            <a:srgbClr val="06B6D4">
              <a:alpha val="2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143" y="684703"/>
            <a:ext cx="294803" cy="294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3774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 안내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3063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5주차 · 쉬운 예제 프로젝트 (오늘 배운 것들을 하나의 작은 앱으로)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3931920"/>
            <a:ext cx="384048" cy="384048"/>
          </a:xfrm>
          <a:prstGeom prst="ellipse">
            <a:avLst/>
          </a:prstGeom>
          <a:solidFill>
            <a:srgbClr val="06B6D4">
              <a:alpha val="20000"/>
            </a:srgbClr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252" y="4024092"/>
            <a:ext cx="199705" cy="19970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88720" y="39502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과제#2 — /products에 새 항목 하나를 추가하는 기능 만들어보기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40080" y="4526280"/>
            <a:ext cx="384048" cy="384048"/>
          </a:xfrm>
          <a:prstGeom prst="ellipse">
            <a:avLst/>
          </a:prstGeom>
          <a:solidFill>
            <a:srgbClr val="06B6D4">
              <a:alpha val="20000"/>
            </a:srgbClr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52" y="4618452"/>
            <a:ext cx="199705" cy="19970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88720" y="454456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코드도 assignments 레포의 week04 폴더에 push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64008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웹서버보안프로그래밍  ·  정보보호학과  ·  중부대학교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2026-08-19T07:51:18Z</dcterms:created>
  <dcterms:modified xsi:type="dcterms:W3CDTF">2026-08-19T07:51:18Z</dcterms:modified>
</cp:coreProperties>
</file>