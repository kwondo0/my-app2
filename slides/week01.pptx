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웹서비스 개발과 소스코드 레벨 보안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개요 &amp; 풀스택 웹의 발전방향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정보보호학과  · 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학기를 시작하기 전에 꼭 짚고 가야 할 네 가지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238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84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기술의 중요성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08483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지금도, 앞으로도 웹 개발 역량이 핵심 경쟁력인가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웹의 발전 흐름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1363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HTML부터 React Server Components까지, 그리고 이 강의가 다루는 스택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326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“보안”인가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187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사고 사례로 보는, 개발자에게 보안이 선택이 아닌 이유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3785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239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운영 방식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2395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기준, GitHub Organization, PBL 팀프로젝트, AI 활용 안내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웹서비스 기술의 중요성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세상의 많은 서비스가 결국 “웹”이라는 하나의 플랫폼 위에서 만들어진다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695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서비스의 기반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1305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학사정보시스템, 배달앱, SNS, 포털, 지도, 전자정부 — 대부분 웹 기술로 구현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29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클라우드·모바일까지 확장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0906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자료는 클라우드로, 모바일 앱도 결국 웹 기술(WebView, 하이브리드)로 구현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18978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50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기업의 경제적 영향력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0507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애플·구글·아마존, 쿠팡·카카오·네이버 등 웹 기반 플랫폼 기업의 시장 지배력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1499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지속적인 인력 수요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0109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개발자·운영자·보안관리자 등 협업 가능한 웹 인력에 대한 수요는 꾸준히 높음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웹 개발 기술의 발전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강의가 React Server Components 기반 스택을 다루는 이유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78024" cy="301752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95628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691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브라우저가 정적 파일을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렌더링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18104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19272" y="2103120"/>
            <a:ext cx="2478024" cy="301752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883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 (React)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10712" y="3611880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클라이언트에서 자바스크립트로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그리는 방식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9729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998464" y="2103120"/>
            <a:ext cx="2478024" cy="301752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5401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075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98464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/ SSG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089904" y="3611880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Next.js로 서버에서 미리 렌더링,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속도·SEO 개선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76488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8677656" y="2103120"/>
            <a:ext cx="2478024" cy="3017520"/>
          </a:xfrm>
          <a:prstGeom prst="roundRect">
            <a:avLst>
              <a:gd name="adj" fmla="val 369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33204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267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77656" y="320040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RSC (오늘)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769096" y="3611880"/>
            <a:ext cx="22951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서버 컴포넌트로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서버·클라이언트 경계를 세밀하게 제어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이 조합인가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Next.js 16 · Tailwind v4 · MongoDB · Auth.js — 2026년 8월 기준 안정적인 최신 버전으로 통일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28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84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2084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Server/Client Component, Actions — 현재 업계 표준 UI 라이브러리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815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06240" y="29535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기반 풀스택 프레임워크, 프론트엔드+백엔드를 한 프로젝트에서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502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822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 v4 · shadcn/ui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06240" y="38221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CSS-first 설정으로 더 가벼워진 스타일링, 실무에서 가장 널리 쓰이는 조합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188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· Mongoose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06240" y="46908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유연한 스키마의 NoSQL — 이 강의 전체에서 단일 DB 스택으로 사용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6875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559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Auth.js v5 (베타)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206240" y="55595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트렌드를 그대로 반영, 베타 API 변경 가능성은 수업 중 안내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15주, 다섯 단계 로드맵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환경설정에서 시작해 보안까지, 하나의 프로젝트가 점점 커지는 구조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942186" cy="310896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7709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772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1~4주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17593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환경설정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이해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8226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83434" y="2103120"/>
            <a:ext cx="1942186" cy="310896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106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125" y="25592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3434" y="320040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5~6주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874874" y="3611880"/>
            <a:ext cx="17593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예제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연동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25619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4926787" y="2103120"/>
            <a:ext cx="1942186" cy="310896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614416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479" y="255922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26787" y="320040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7~9주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18227" y="3611880"/>
            <a:ext cx="17593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포함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중간난이도 예제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868973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070141" y="2103120"/>
            <a:ext cx="1942186" cy="310896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5777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832" y="255922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70141" y="320040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61581" y="3611880"/>
            <a:ext cx="17593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예제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(쇼핑몰 · SNS)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012326" y="329184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213494" y="2103120"/>
            <a:ext cx="1942186" cy="3108960"/>
          </a:xfrm>
          <a:prstGeom prst="roundRect">
            <a:avLst>
              <a:gd name="adj" fmla="val 47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901123" y="2423160"/>
            <a:ext cx="566928" cy="566928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186" y="2559223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13494" y="3200400"/>
            <a:ext cx="19421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12~15주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304934" y="3611880"/>
            <a:ext cx="175930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보안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최종발표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“보안”인가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만든 기능도 보안 사고 한 번으로 신뢰를 잃는다 — 실제 사례로 확인하기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보안사고 사례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강의에서 다루는 스택과 직접 관련된 실제 사고 두 가지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DC2626">
              <a:alpha val="16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4067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04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 관리 실패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00200" y="2606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 Archive 침해 사고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노출된 설정 파일 속 인증 토큰을 회전(rotate)하지 않아, 이미 유출된 토큰으로 재차 침해당함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349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BleepingComputer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01168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FE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6537960" y="2286000"/>
            <a:ext cx="502920" cy="502920"/>
          </a:xfrm>
          <a:prstGeom prst="ellipse">
            <a:avLst/>
          </a:prstGeom>
          <a:solidFill>
            <a:srgbClr val="DC2626">
              <a:alpha val="16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2406701"/>
            <a:ext cx="261518" cy="26151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304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접근제어 미비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223760" y="26060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53796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16TB 규모 MongoDB 무방비 노출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37960" y="35204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설정 없이 공개 인터넷에 노출된 MongoDB 인스턴스에서 43억 건 규모의 개인정보 유출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537960" y="53492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Cybernews, Forbes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밖에도 2025년 9월, 인기 npm 패키지(chalk·debug 등) 관리자 계정이 피싱으로 탈취되어 악성 코드가 배포된 공급망 공격 사례도 있었습니다 — 우리가 매일 설치하는 패키지도 예외가 아닙니다.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보안은 특정 주차만의 이야기가 아닙니다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강의는 12~14주차뿐 아니라, 매주 만드는 코드 전체에 보안 감각을 녹여 넣습니다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695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· DB 연동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1305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 접근제어, 연결 문자열을 코드에 하드코딩하지 않는 습관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229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90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7~9주 · 인증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09067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관리, 비밀번호 해싱 등 “안전하게 로그인시키는 법”을 함께 배움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18978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50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10~11주 · 고급 예제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405079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검증 없는 API가 왜 위험한지, 직접 만들며 체감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14990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010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12~14주 · 집중 실습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501091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OWASP Top 10과 소스코드 레벨 패치를 본격적으로 다루는 구간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운영 방식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· GitHub Organization · PBL 팀프로젝트 · AI 활용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과제·포트폴리오는 GitHub Organization 레포와 Vercel 배포 링크로 제출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7589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(개인)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#1~#6, Org 레포 커밋 + Vercel 배포 링크 제출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팀프로젝트 기획서 발표 + 개인 포트폴리오 초안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데모/발표 + 개인 기여도 보고서 + 포트폴리오 완성본 + 보안 체크리스트 통과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AI(Claude, ChatGPT 등) 활용은 전 과정에서 적극 권장 — 무엇을 물었고 어떻게 검증했는지는 과제·보고서에 함께 기록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Organization으로 운영합니다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과제·팀프로젝트·포트폴리오를 모두 Organization 아래 레포로 관리 — 커밋 히스토리가 곧 학습 기록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71088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42160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223" y="25592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assignments-&lt;학번&gt;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611880"/>
            <a:ext cx="3188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과제 #1~#6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주차별 폴더로 구성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12336" y="2103120"/>
            <a:ext cx="3371088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14416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479" y="25592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12336" y="320040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team-&lt;팀명&gt;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03776" y="3611880"/>
            <a:ext cx="3188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PBL 팀프로젝트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(쇼핑몰 · SNS급 자유 주제)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784592" y="2103120"/>
            <a:ext cx="3371088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86672" y="2423160"/>
            <a:ext cx="566928" cy="566928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735" y="25592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84592" y="3200400"/>
            <a:ext cx="337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portfolio-&lt;학번&gt;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876032" y="3611880"/>
            <a:ext cx="3188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포트폴리오 웹사이트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GitHub 프로필 관리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과제/예제는 “Use this template”으로 배포 → 각자 Organization 레포로 생성 후 진행 · 기능 브랜치 → PR → main 전략으로 협업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PBL 팀프로젝트 &amp; 개인 포트폴리오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경험과 개인 역량, 두 가지를 함께 증명합니다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강의 개요 &amp; 풀스택 웹의 발전방향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2695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30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PBL 팀프로젝트 (3~4인)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51960" y="21305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쇼핑몰/SNS급 자유 주제로 협업 경험 — 최소 기능요구사항은 별도 공지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318394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44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포트폴리오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30449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그동안 만든 예제·프로젝트를 소개하는 포트폴리오 웹사이트를 직접 구현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40983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기여도 보고서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51960" y="39593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히스토리를 근거로 본인이 작성/디버깅한 코드와 역할을 정리해 제출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01274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873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권장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251960" y="4873752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무엇을 물었고 어떻게 검증·수정했는지도 함께 기록 (단순 결과물 복붙과 구분)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06B6D4">
              <a:alpha val="2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68470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안내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주요 테크스택 심층 소개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4024092"/>
            <a:ext cx="199705" cy="1997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개발환경(Node 24 LTS, VSCode, Git) 설치 완료해오기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461845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4544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계정 준비 및 Organization 초대 수락하기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4008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웹서버보안프로그래밍  ·  정보보호학과  ·  중부대학교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2026-08-19T06:53:04Z</dcterms:created>
  <dcterms:modified xsi:type="dcterms:W3CDTF">2026-08-19T06:53:04Z</dcterms:modified>
</cp:coreProperties>
</file>