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실습 강화판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공지사항 게시판 — 코스 프로젝트 시작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오늘부터 만드는 이 게시판은 학기 내내 자라납니다. 함수 이름은 그대로, 내부만 계속 바뀝니다.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웹서버보안프로그래밍 · 정보보호학과 · 중부대학교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3시간, 이렇게 진행합니다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4주차의 products 패턴을 notices에 그대로 재적용합니다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3794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78992" y="172821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이 프로젝트가 자라나는 방식 (15분)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203911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함수 시그니처를 먼저 고정하고 시작하는가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78992" y="235000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notices.ts 데이터 모델 (20분)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266090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타입, 정렬, createNotice — products.ts와 비교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081528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78992" y="29718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목록/상세 페이지 (20분)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3282696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배운 패턴 재적용 — 빠르게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78992" y="359359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글쓰기 폼: form action (40분)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3904488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 핵심 — 자바스크립트 없이 서버 제출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25112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78992" y="421538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SiteHeader 공통 컴포넌트 (15분)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78992" y="452628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레이아웃에 한 번만 넣어 모든 페이지에 반영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94690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78992" y="48371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Git 브랜치 전략 (20분)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78992" y="514807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→ PR → main, 팀 프로젝트 준비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568696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78992" y="54589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직접 만들기 + 배포/제출 (30분)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78992" y="576986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필드 추가 실습 + 지난주와 같은 제출 방법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프로젝트가 자라나는 방식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 이름은 고정, 내부 구현만 매주 교체됩니다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철학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지금 메모리 배열부터 시작하나요?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MongoDB를 바로 배우지 않는 이유 — 관심사를 하나씩 분리합니다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221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(5주차)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511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lib/notices.ts = 메모리 배열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08376"/>
            <a:ext cx="29260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getNotices, getNotice, createNotice — 함수 시그니처만 확정합니다. 페이지 코드는 이 함수들만 호출합니다.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196596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17720" y="2221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6주차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5511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구현만 MongoDB로 교체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008376"/>
            <a:ext cx="29260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 이름과 반환 타입이 그대로라서, app/notices/page.tsx 등 페이지 코드는 거의 안 바뀝니다.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196596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12480" y="22219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7~9주차, 10주차~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55117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인증(Auth.js) → 고급 예제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008376"/>
            <a:ext cx="29260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패턴 위에 로그인/권한을 얹고, 이후 별도의 쇼핑몰 예제로 난이도를 올립니다.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47548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이게 실무에서 말하는 '계층 분리'입니다 — 데이터 접근 로직과 화면 로직을 나눠두면, 한쪽이 바뀌어도 다른 쪽 영향이 최소화됩니다.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products.ts와 나란히 비교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패턴이 똑같다는 걸 먼저 눈으로 확인하고 시작합니다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lib/products.ts (4주차)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lib/notices.ts (5주차)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타입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목록 조회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getProducts()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getNotices() — 정렬 로직 추가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단건 조회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getProduct(id)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getNotice(id)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likeProduct(id)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createNotice(input) — 새 글 추가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지연(delay)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 / 400 / 300ms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/ 400 / 300ms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notices.ts 데이터 모델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 정의 → 목록 조회 → 정렬 → 글쓰기 순서로 만듭니다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타입 + 초기 데이터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Product보다 필드가 하나 더 많습니다 (author, createdAt)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3931920"/>
          </a:xfrm>
          <a:prstGeom prst="roundRect">
            <a:avLst>
              <a:gd name="adj" fmla="val 1860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type Notice =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string;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string;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author: string;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content: string;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createdAt: string;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notices: Notice[] = [ /* 초기 공지 3개 */ ];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nextId = 4;   // 새 글 작성 시 사용할 다음 id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getNotices() — 정렬이 추가된 이유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게시판이니까 최신 글이 위로 와야 자연스럽습니다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1645920"/>
          </a:xfrm>
          <a:prstGeom prst="roundRect">
            <a:avLst>
              <a:gd name="adj" fmla="val 4444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getNotices(): Promise&lt;Notice[]&gt; {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delay(600);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[...notices].sort((a, b) =&gt; (a.id &lt; b.id ? 1 : -1));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53721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405079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[...notices]인가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7997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배열을 복사해서 정렬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37176"/>
            <a:ext cx="48234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sort()는 원본 배열을 직접 바꿉니다(mutate). 복사본을 정렬해야 notices 원본 순서가 안 망가집니다.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0780" y="3794760"/>
            <a:ext cx="53721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15100" y="405079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비교로 정렬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15100" y="437997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서비스라면 createdAt 비교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15100" y="4837176"/>
            <a:ext cx="48234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지금은 id가 생성 순서와 같아서 간단히 썼습니다. 날짜 형식이 다양해지면 Date 객체로 비교해야 안전합니다.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createNotice() — 글쓰기 로직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 새로 추가되는, '데이터를 만드는' 함수입니다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createNotice(input: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string; author: string; content: string;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}): Promise&lt;Notice&gt;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delay(300);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notice: Notice = {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String(nextId++),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...input,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createdAt: new Date().toISOString().slice(0, 10),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notices.push(notice);   // 메모리 배열에 추가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notice;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목록 &amp; 상세 페이지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4주차와 완전히 같은 패턴 — 오늘은 빠르게 지나갑니다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notices/page.tsx + loading.tsx + [id]/page.tsx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products/의 세 파일을 notices/로 그대로 복제하는 느낌입니다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5173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532888"/>
            <a:ext cx="311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app/notices/page.tsx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880360"/>
            <a:ext cx="3115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getNotices() → 목록 렌더 + '새 글 작성' 링크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084320" y="196596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22064" y="1965960"/>
            <a:ext cx="35173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3232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23232" y="2532888"/>
            <a:ext cx="311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app/notices/loading.tsx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23232" y="2880360"/>
            <a:ext cx="3115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스켈레톤 패턴, 파일명만 맞추면 자동 연결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857744" y="196596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95488" y="1965960"/>
            <a:ext cx="35173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96656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296656" y="2532888"/>
            <a:ext cx="311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app/notices/[id]/page.tsx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296656" y="2880360"/>
            <a:ext cx="3115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params → getNotice(id) → 없으면 notFound()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0F17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206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href="/notices/new"&gt;+ 새 글 작성&lt;/Link&gt;   // 목록 페이지 상단에 추가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mkdir -p app/notices/[id] 로 폴더를 만들고 세 파일을 저장한 뒤 /notices 로 접속해 목록이 뜨는지 확인하세요.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글쓰기 폼: &lt;form action&gt;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자바스크립트 없이도 서버에 데이터를 저장하는 방법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 비교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LikeButton과 오늘 방식의 차이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둘 다 Server Action이지만 호출하는 방식이 다릅니다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4주차 — LikeButton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5주차 — 글쓰기 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호출 방식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onClick에서 함수처럼 직접 호출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&lt;form action={함수}&gt; 로 연결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필요한 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"use client" + useTransition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Component 그대로 (자바스크립트 불필요)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id: string 등 직접 지정한 값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FormData (input의 name 속성 기준)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4348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46177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&lt;form action={서버함수}&gt;는 브라우저의 자바스크립트가 꺼져 있어도 동작합니다 — 폼 제출은 원래 브라우저 기본 기능이고, Next.js가 그 위에 Server Action을 얹은 것뿐입니다.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actions.ts — createNoticeAction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인자가 FormData 하나뿐이라는 점에 주목하세요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createNoticeAction(formData: FormData)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title = String(formData.get("title") ?? "").trim();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author = String(formData.get("author") ?? "").trim();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content = String(formData.get("content") ?? "").trim();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(!title || !author || !content)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Error("제목, 작성자, 내용을 모두 입력해주세요.");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notice = await createNotice({ title, author, content });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revalidatePath("/notices");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redirect(`/notices/${notice.id}`);   // 작성 후 상세 페이지로 이동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잠깐, 왜 FORMDATA.GET()인가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input의 name 속성이 곧 key입니다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폼 안에서 name='title'인 input의 값이 formData.get('title')로 들어옵니다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id="title" name="title" type="text" required /&gt;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브라우저가 폼을 제출하면, Next.js가 이 input들을 모아서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FormData 객체로 만든 다음 createNoticeAction(formData)로 전달합니다.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3434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하는 실수: input에 name을 안 쓰고 id만 쓰는 경우입니다. id는 label 연결용, name은 FormData 전달용 — 둘 다 필요하고 역할이 다릅니다.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app/notices/new/page.tsx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client" 없는 Server Component인데 폼이 동작합니다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createNoticeAction } from "@/lib/actions";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SubmitButton } from "@/components/SubmitButton";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NewNoticePage()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&lt;form action={createNoticeAction} className="..."&gt;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name="title" required /&gt;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&lt;input name="author" required /&gt;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&lt;textarea name="content" required /&gt;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&lt;SubmitButton label="등록하기" /&gt;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&lt;/form&gt;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components/SubmitButton.tsx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useFormStatus — 부모 폼의 제출 상태를 아는 유일한 방법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 client";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useFormStatus } from "react-dom";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Button } from "@/components/ui/button";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SubmitButton({ label }: { label: string })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pending } = useFormStatus();   // 이 컴포넌트를 감싼 form 기준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type="submit" disabled={pending}&gt;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{pending ? "저장 중..." : label}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&lt;/Button&gt;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useFormStatus는 반드시 &lt;form&gt; 안에서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SubmitButton을 form 밖에서 쓰면 pending이 항상 false입니다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721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22199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이유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55117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useFormStatus는 '가장 가까운 부모 form'만 봅니다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08376"/>
            <a:ext cx="48234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SubmitButton 컴포넌트 자신을 렌더링하는 form이 있어야, 그 form의 제출 상태를 읽어올 수 있습니다.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0780" y="1965960"/>
            <a:ext cx="53721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15100" y="2221992"/>
            <a:ext cx="4823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하는 실수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15100" y="2551176"/>
            <a:ext cx="48234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폼과 버튼을 다른 컴포넌트로 완전히 분리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15100" y="3008376"/>
            <a:ext cx="48234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버튼이 시각적으로는 폼 근처에 있어도, JSX 트리에서 &lt;form&gt; 태그의 자식이 아니면 동작하지 않습니다.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672584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78992" y="456285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/notices/new에서 폼 제출해보기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487375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버튼이 잠깐 '저장 중...'으로 바뀌었다가 상세 페이지로 이동하면 성공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SiteHeader — 공통 컴포넌트 재사용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layout.tsx에 한 번만 넣으면 모든 페이지에 자동으로 보입니다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components/SiteHeader.tsx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 만든 페이지들을 잇는 내비게이션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SiteHeader()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&lt;header&gt;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&lt;Link href="/"&gt;웹서버보안프로그래밍&lt;/Link&gt;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&lt;nav&gt;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&lt;Link href="/products"&gt;상품&lt;/Link&gt;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&lt;Link href="/notices"&gt;공지사항&lt;/Link&gt;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&lt;Link href="/notices/new"&gt;글쓰기&lt;/Link&gt;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&lt;/nav&gt;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&lt;/header&gt;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app/layout.tsx에 딱 한 줄 추가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루트 레이아웃은 모든 페이지를 감싸는 공통 틀입니다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03120"/>
            <a:ext cx="10424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SiteHeader } from "@/components/SiteHeader";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RootLayout({ children })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&lt;html lang="ko"&gt;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&lt;body&gt;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&lt;SiteHeader /&gt;   {/* 모든 페이지 상단에 자동 등장 */}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{children}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&lt;/body&gt;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&lt;/html&gt;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 정리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매 페이지마다 헤더를 안 넣어도 되나요?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children이 바로 그 페이지의 page.tsx 내용으로 채워집니다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5173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532888"/>
            <a:ext cx="311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/products 요청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880360"/>
            <a:ext cx="3115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layout.tsx의 children 자리에 products/page.tsx가 들어감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084320" y="196596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22064" y="1965960"/>
            <a:ext cx="35173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3232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23232" y="2532888"/>
            <a:ext cx="311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/notices 요청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23232" y="2880360"/>
            <a:ext cx="3115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layout, children만 notices/page.tsx로 교체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857744" y="196596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95488" y="1965960"/>
            <a:ext cx="35173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96656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296656" y="2532888"/>
            <a:ext cx="311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SiteHeader는 그대로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296656" y="2880360"/>
            <a:ext cx="3115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layout이 감싸는 부분이라 다시 그려지지 않고 유지됨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16052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7주차에 로그인 기능이 들어오면, 로그인/로그아웃 버튼도 이 SiteHeader 하나에만 추가하면 모든 페이지에 반영됩니다 — 재사용 컴포넌트의 힘입니다.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브랜치 전략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프로젝트를 앞두고, 오늘부터 습관을 들여봅니다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지금 배우나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혼자 할 때도 브랜치를 나누는 이유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10주차 이후 팀 프로젝트에서는 선택이 아니라 필수입니다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5740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feature 브랜치 생성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880360"/>
            <a:ext cx="2171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checkout -b feature/week05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140964" y="196596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78708" y="1965960"/>
            <a:ext cx="25740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79876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579876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작업 + 커밋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79876" y="2880360"/>
            <a:ext cx="2171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브랜치 안에서만 이번 주 실습을 진행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971032" y="196596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08776" y="1965960"/>
            <a:ext cx="25740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9944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push + PR 생성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2880360"/>
            <a:ext cx="2171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GitHub에서 main으로 Pull Request 생성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801100" y="196596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38844" y="1965960"/>
            <a:ext cx="2574036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40012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240012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리뷰 후 merge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240012" y="2880360"/>
            <a:ext cx="2171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혼자라도 diff를 한 번 훑어보는 습관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397764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8680" y="42062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-b feature/week05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. &amp;&amp; git commit -m "week05: notices 게시판"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feature/week05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GitHub 웹페이지에서 'Compare &amp; pull request' 클릭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만들기: 필드 추가 + 컴포넌트 분리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배운 패턴을 응용하는 이번 주 핵심 과제입니다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#3 힌트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필드 추가하기 (예: 조회수)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 → 데이터 → 폼 → 화면, 4곳을 순서대로 고칩니다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57403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Notice 타입에 필드 추가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880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views: number 등 — notices.ts 맨 위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140964" y="1965960"/>
            <a:ext cx="2194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78708" y="1965960"/>
            <a:ext cx="257403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79876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579876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초기 데이터 + createNotice 수정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79876" y="2880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3개 항목에 기본값, 새 글 생성 시 초기값 지정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971032" y="1965960"/>
            <a:ext cx="2194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08776" y="1965960"/>
            <a:ext cx="257403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9944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상세 페이지에서 표시/증가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2880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getNotice 호출 시 views + 1 로직 추가 (선택)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801100" y="1965960"/>
            <a:ext cx="21945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38844" y="1965960"/>
            <a:ext cx="2574036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40012" y="21305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240012" y="2532888"/>
            <a:ext cx="217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목록에서도 노출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240012" y="2880360"/>
            <a:ext cx="2171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notices/page.tsx의 &lt;li&gt; 안에 조회수 표시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1605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43434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컴포넌트 분리 실습: notices/page.tsx의 &lt;li&gt; 블록을 components/NoticeListItem.tsx로 따로 빼서 import 해보세요 — SiteHeader처럼 재사용 가능한 조각으로 만드는 연습입니다.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만나는 에러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폼/Server Action 관련 실수가 이번 주 대부분을 차지합니다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840480"/>
                <a:gridCol w="39319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증상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제출해도 값이 안 들어감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input에 name 속성 누락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id뿐 아니라 name도 반드시 지정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저장 중... 표시가 안 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SubmitButton이 form 밖에 위치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태그의 자식으로 렌더링되게 구조 확인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글쓰기 시 에러 화면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제목/작성자/내용 중 하나가 빈 값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actions.ts의 검증 로직이 의도한 대로 동작 중 (정상)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새 글이 안 보임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revalidatePath 경로 오타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정확히 "/notices" 인지 확인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헤더가 안 보임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layout.tsx에 SiteHeader import 누락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app/layout.tsx에 &lt;SiteHeader /&gt; 추가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&amp; 제출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역시 지난주와 동일한 방법입니다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— 복습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→ Vercel → submissions-2026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이번엔 feature 브랜치를 main에 merge하는 것도 잊지 마세요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4884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PR을 GitHub에서 merge한 뒤, 로컬 main을 최신으로: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main &amp;&amp; git pull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push는 이미 완료된 상태 → Vercel이 main 기준으로 자동 재배포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35173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4370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4773168"/>
            <a:ext cx="311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submissions-2026 Fork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5120640"/>
            <a:ext cx="3115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3·4주차에 이미 했다면 그대로 재사용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084320" y="420624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322064" y="4206240"/>
            <a:ext cx="35173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3232" y="4370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523232" y="4773168"/>
            <a:ext cx="311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submissions/week05/학번.json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23232" y="5120640"/>
            <a:ext cx="3115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merge된 main 기준 commit_sha로 기입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857744" y="4206240"/>
            <a:ext cx="21945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095488" y="4206240"/>
            <a:ext cx="35173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6656" y="4370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296656" y="4773168"/>
            <a:ext cx="311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생성 → merge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296656" y="5120640"/>
            <a:ext cx="3115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체크 통과 확인 후 자동채점 결과 확인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· 공지사항 게시판 (코스 프로젝트 시작)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실습 체크리스트 (과제 #3)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6개를 모두 마쳐야 오늘 과제가 완료된 것입니다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03911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039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975104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목록/상세/글쓰기 3개 페이지 완성 (products와 같은 패턴)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66090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660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596896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폼 제출 시 SubmitButton이 '저장 중...'으로 바뀌는 것 확인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826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218688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SiteHeader가 모든 페이지 상단에 보이는 것 확인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90448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9044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840480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필드(예: 조회수) 하나를 타입·데이터·폼·화면에 모두 반영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526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4462272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feature/week05 브랜치 생성 → PR → main merge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14807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51480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" y="5084064"/>
            <a:ext cx="10561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레포에 push → Vercel 배포 → submissions-2026에 PR 제출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주 안내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6주차 · MongoDB 연동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notices.ts의 메모리 배열을 진짜 데이터베이스로 교체합니다 — 함수 이름은 그대로!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4495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34155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0449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980944"/>
            <a:ext cx="964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#3 — 오늘 만든 코드 + Vercel 배포 링크를 submissions-2026에 제출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59359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334155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593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3529584"/>
            <a:ext cx="964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계정을 미리 만들어오면 6주차 실습이 훨씬 수월합니다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웹서버보안프로그래밍 · 정보보호학과 · 중부대학교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2026-09-01T07:13:38Z</dcterms:created>
  <dcterms:modified xsi:type="dcterms:W3CDTF">2026-09-01T07:13:38Z</dcterms:modified>
</cp:coreProperties>
</file>