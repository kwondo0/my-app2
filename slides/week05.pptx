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예제 프로젝트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공지사항 게시판 — 오늘부터 학기 내내 자라나는 코스 프로젝트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템플릿 위에 첫 실제 기능을 올립니다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정보보호학과  · 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다룰 내용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배운 라우팅·데이터 페칭·Server Action을 하나의 작은 앱으로 묶습니다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848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프로젝트: 공지사항 게시판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08483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· 상세 · 글쓰기 — 게시판의 가장 기본적인 3가지 화면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폼(form)과 Server Action 연결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1363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자바스크립트 호출 없이 &lt;form action={...}&gt;으로 서버에 저장하기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재사용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187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SiteHeader처럼 여러 페이지가 함께 쓰는 조각 만들기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37850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52395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브랜치 전략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51960" y="523951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프로젝트를 위한 feature 브랜치 → PR → main 흐름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공지사항 게시판인가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학기 내내 이 프로젝트를 키워 나갑니다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95628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691" y="255922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지금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in-memory 데이터로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CRUD 화면 완성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118104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319272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74820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883" y="255922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19272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6주차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410712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MongoDB/Mongoose로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DB 연동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797296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998464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954012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75" y="255922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98464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7~9주차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089904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Auth.js 로그인 +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권한(RBAC) 추가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476488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8677656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633204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9267" y="2559223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677656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10주차~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8769096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쇼핑몰 예제로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난이도를 한 단계 올림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이름(getNotices, createNotice 등)은 그대로 두고 내부 구현만 바꿔가는 것이 이번 설계의 핵심입니다 — 실무에서 데이터 계층을 교체할 때도 같은 원리가 적용됩니다.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추가된 파일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template/ 위에 그대로 이어서 추가합니다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21284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2084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lib/notices.ts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06240" y="20848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in-memory 데이터 + getNotices / getNotice / createNotice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0815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2953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app/notices/*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06240" y="295351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목록(page.tsx) · 로딩(loading.tsx) · 상세([id]/page.tsx) · 글쓰기(new/page.tsx)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5020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3822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components/SiteHeader.tsx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06240" y="382219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페이지 상단에 붙는 공통 내비게이션 (layout.tsx에서 렌더)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8188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25880" y="46908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components/SubmitButton.tsx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06240" y="46908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useFormStatus로 폼 제출 중 상태를 보여주는 작은 Client Component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lib/notices.ts — 데이터 계층 분리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컴포넌트는 데이터가 어디서 오는지 몰라도 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lib/notices.ts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getNotices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(): Promise&lt;Notice[]&gt; {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284378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delay(600)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// DB 조회를 흉내내는 지연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[...notices].sort(...)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5021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16052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createNotice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(input: {...}) {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48970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notice = { id: String(nextId++), ...input }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481888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notices.push(notice)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32688" y="514807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notice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547725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6주차에는 이 파일의 내부만 MongoDB 조회로 바뀝니다. 함수 이름과 반환 타입이 같으므로 페이지 코드는 거의 수정할 필요가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&lt;form action={...}&gt; — 자바스크립트 없이도 동작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4주차의 버튼 클릭 방식과 달리, 폼 제출 자체가 서버 액션을 호출합니다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67512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app/notices/new/page.tsx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createNoticeAction } from </a:t>
            </a:r>
            <a:pPr indent="0" marL="0"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"@/lib/actions"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17296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NewNoticePage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50215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83133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action={createNoticeAction}&gt;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16052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name="title" required /&gt;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48970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&lt;SubmitButton label="등록하기" /&gt;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481888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3268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5477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35240" y="196596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7909560" y="224028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9288" y="23500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909560" y="2834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포인트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909560" y="329184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제출 → FormData 자동 생성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createNoticeAction(formData) 실행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서버에서 저장 + redirect()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페이지 자체는 Server Component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useFormStatus — 제출 중 상태 표시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 폼에 상태를 따로 만들지 않고도 '저장 중...'을 보여줍니다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329184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components/SubmitButton.tsx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 client"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useFormStatus } from </a:t>
            </a:r>
            <a:pPr indent="0" marL="0"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"react-dom"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83133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</a:t>
            </a:r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SubmitButton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label }: { label: string }) {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416052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pending } = useFormStatus()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48970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&lt;Button disabled={pending}&gt;{pending ? "저장 중..." : label}&lt;/Button&gt;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81888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컴포넌트는 반드시 &lt;form&gt; 태그 안쪽에서 렌더링돼야 부모 폼의 제출 상태를 읽을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브랜치 전략 — 팀 프로젝트를 위한 기본기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개발할 때도 이 흐름에 익숙해지면 이후 팀 프로젝트가 훨씬 수월합니다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95628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691" y="255922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feature 브랜치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checkout -b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feature/notices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118104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319272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74820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883" y="255922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19272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커밋 &amp; push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410712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단위로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커밋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797296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998464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954012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75" y="255922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98464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Pull Request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089904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main으로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생성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476488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8677656" y="2103120"/>
            <a:ext cx="2478024" cy="329184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633204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9267" y="2559223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677656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리뷰 &amp; 머지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8769096" y="3611880"/>
            <a:ext cx="2295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리뷰 후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main에 merge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과제는 assignments 레포에 직접 push해도 되지만, 6주차부터의 팀 프로젝트는 이 브랜치 전략을 그대로 사용합니다.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체크리스트 (과제 #3)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212848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2084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게시판에 필드 하나 추가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206240" y="20848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조회수, 카테고리 등 — lib/notices.ts와 폼, 상세 페이지를 함께 수정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1272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9992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하나 더 재사용화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206240" y="29992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목록의 &lt;li&gt; 항목을 NoticeListItem.tsx로 분리해보기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0416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913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브랜치로 작업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06240" y="39136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feature/week05로 브랜치를 만들어 커밋 후 PR로 병합해보기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48463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95604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48280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4206240" y="48280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assignments-&lt;학번&gt;/week05/ push + Vercel 배포 링크 제출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77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안내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6주차 · MongoDB 연동 — in-memory 데이터를 실제 DB로 교체합니다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93192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252" y="4024092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과제#3 — 공지사항 게시판에 필드 하나 추가해보기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" y="452628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61845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45445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Atlas 클러스터를 미리 만들어오면 6주차가 더 수월합니다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64008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웹서버보안프로그래밍  ·  정보보호학과  ·  중부대학교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2026-08-19T08:00:29Z</dcterms:created>
  <dcterms:modified xsi:type="dcterms:W3CDTF">2026-08-19T08:00:29Z</dcterms:modified>
</cp:coreProperties>
</file>