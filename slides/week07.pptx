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실습 강화판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인증(Authentication) 기초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Auth.js + bcrypt로 회원가입 · 로그인 · 로그아웃을 직접 만듭니다. 인가는 9주차에서.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3시간, 이렇게 진행합니다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6주차 MongoDB 프로젝트 위에 로그인 기능을 얹습니다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3794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8992" y="172821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인증 vs 인가 (10분)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0391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'누구인가'만, '무엇을 할 수 있는가'는 9주차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78992" y="227685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bcrypt 비밀번호 해싱 (20분)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58775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원본 비밀번호를 절대 저장하지 않는가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93522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8992" y="282549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User 모델 + createUser (20분)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13639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회원가입 데이터를 안전하게 저장하기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48386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78992" y="337413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Auth.js 설정: auth.ts (30분)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368503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Provider, JWT 세션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03250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8992" y="39227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AUTH_SECRET 환경변수 (10분)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23367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auth secret으로 발급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58114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78992" y="447141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회원가입/로그인/로그아웃 Action (30분)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078992" y="47823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폼 → Server Action → Auth.js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2978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78992" y="502005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SiteHeader 세션 분기 (15분)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78992" y="533095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상태에 따라 다른 버튼 표시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67842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78992" y="556869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실습 확인 + 배포/제출 (25분)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78992" y="587959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가입→로그인→로그아웃 전체 흐름 테스트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 vs 인가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'누구인가'만 다룹니다 — '무엇을 할 수 있는가'는 9주차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vs Authorization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 보안에서 가장 자주 혼동되는 두 단어를 먼저 구분합니다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 (Authentication) — 오늘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"당신은 누구입니까?"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이메일/비밀번호로 신원을 확인하는 것. 로그인에 성공하면 '이 사람은 홍길동이다'를 서버가 알게 됩니다.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인가 (Authorization) — 9주차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"당신은 무엇을 할 수 있습니까?"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로그인한 사람 중에서도 '글쓰기는 로그인한 사람만', '삭제는 작성자 본인만' 같은 권한을 나누는 것.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7548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오늘 만든 앱은 로그인 여부와 상관없이 여전히 누구나 글을 쓸 수 있습니다 — 이상하게 느껴질 수 있지만 의도된 설계입니다. 접근 제한은 다음 단계입니다.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비밀번호 해싱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원본 비밀번호를 서버 어디에도 남기지 않습니다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중요한가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평문 저장이 위험한 이유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DB가 유출되는 사고는 실제로 자주 일어납니다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351739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3115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평문 저장 시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3115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유출 = 모든 사용자 비밀번호 그대로 유출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084320" y="1965960"/>
            <a:ext cx="219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22064" y="1965960"/>
            <a:ext cx="351739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323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23232" y="2532888"/>
            <a:ext cx="3115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해싱 저장 시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523232" y="2880360"/>
            <a:ext cx="3115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DB가 유출돼도 해시값만 있어 원본 복원 불가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857744" y="1965960"/>
            <a:ext cx="219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095488" y="1965960"/>
            <a:ext cx="351739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9665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96656" y="2532888"/>
            <a:ext cx="3115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게다가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296656" y="2880360"/>
            <a:ext cx="3115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많은 사람이 여러 사이트에서 비밀번호를 재사용함 → 피해가 다른 서비스로 확산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1605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bcrypt는 '단방향' 함수입니다 — 암호화가 아니라 해싱입니다. 원본 → 해시는 쉽지만, 해시 → 원본으로 되돌리는 건 (설계상) 불가능합니다.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원리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해싱은 복호화가 아니라 비교입니다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로그인할 때도 '해시를 풀어서 비교'하지 않습니다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회원가입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로그인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입력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사용자가 만든 비밀번호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사용자가 입력한 비밀번호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함수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bcrypt.hash(비밀번호, 10)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bcrypt.compare(입력값, 저장된 해시)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해시 문자열 → DB에 저장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true(일치) / false(불일치)만 반환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저장하는 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passwordHash 딱 하나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아무것도 저장 안 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SALT_ROUNDS는 왜 필요한가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비밀번호도 매번 다른 해시값이 나오게 하는 장치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SALT_ROUNDS = 10;   // 숫자가 클수록 안전하지만 느려짐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passwordHash = await bcrypt.hash(input.password, SALT_ROUNDS);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38221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salt란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1513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해싱 전에 섞는 무작위 값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085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덕분에 똑같은 '1234' 비밀번호를 쓰는 두 사람의 해시값이 서로 다르게 나옵니다 (레인보우 테이블 공격 방어).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40780" y="35661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5100" y="38221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10~12인가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41513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보안과 속도의 절충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46085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숫자가 1 늘어날 때마다 계산 시간이 2배가 됩니다. 로그인마다 이 계산을 하므로 너무 크면 서버가 느려집니다.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모델 &amp; createUser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회원가입 데이터를 안전하게 저장하는 계층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models/User.ts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passwordHash 필드 이름 자체가 '평문이 아님'을 명시합니다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3291840"/>
          </a:xfrm>
          <a:prstGeom prst="roundRect">
            <a:avLst>
              <a:gd name="adj" fmla="val 2222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userSchema = new Schema(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name: { type: String, required: true, trim: true },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email: { type: String, required: true, unique: true, trim: true, lowercase: true },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passwordHash: { type: String, required: true },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timestamps: true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unique: true → 같은 이메일로 중복 가입 시 DB 레벨에서도 막힘. lowercase: true → 대소문자 다른 같은 이메일을 다른 계정으로 착각하는 것 방지.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lib/users.ts — createUser()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중복 체크 → 해싱 → 저장, 순서가 중요합니다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createUser(input: { name, email, password })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connectDB();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existing = await User.findOne({ email: input.email });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(existing) throw new Error("이미 가입된 이메일입니다.");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passwordHash = await bcrypt.hash(input.password, SALT_ROUNDS);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await User.create({ name: input.name, email: input.email, passwordHash });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id: String(user._id), name: user.name, email: user.email };   // password 없음!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Auth.js 설정: auth.ts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Provider로 우리 DB를 직접 조회하는 로그인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Provider란?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Google/GitHub 로그인이 아니라 '우리 DB의 이메일/비밀번호'로 로그인하는 방식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Provider (2주차 언급)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Google, GitHub 로그인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서비스가 신원을 대신 보증. 비밀번호를 우리가 직접 다루지 않음.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Provider — 오늘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 DB의 이메일/비밀번호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로직을 직접 작성합니다. 그래서 bcrypt 해싱 책임도 우리에게 있습니다.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E6FF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5720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jwt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720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세션은 DB가 아니라 서명된 JWT 쿠키로 관리됩니다 — Credentials Provider를 쓸 때 Auth.js의 기본 방식입니다.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auth.ts — authorize() 함수, 단계별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폼이 제출되면 이 함수가 실행됩니다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authorize(credentials) {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email = ...; const password = ...;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(!email || !password) return null;   // ① 입력값 검증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await User.findOne({ email: email.toLowerCase() });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(!user) return null;   // ② 존재하지 않는 이메일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isValid = await bcrypt.compare(password, user.passwordHash);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(!isValid) return null;   // ③ 비밀번호 불일치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id: String(user._id), name: user.name, email: user.email };   // ④ 성공 → 세션에 담길 값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포인트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null만 반환하고 이유는 말 안 하나요?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"이메일이 없습니다" vs "비밀번호가 틀렸습니다" — 둘 다 굳이 구분해서 알려주지 않습니다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만약 구분해서 알려주면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공격자가 이메일 존재 여부를 알아낼 수 있음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"이메일 없음"과 "비밀번호 틀림"을 구분해 응답하면, 어떤 이메일이 가입되어 있는지 하나씩 확인(enumeration)당할 수 있습니다.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경우 모두 동일하게 null 반환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login/page.tsx도 "이메일 또는 비밀번호가 올바르지 않습니다"라는 하나의 메시지만 보여줍니다.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app/api/auth/[...nextauth]/route.ts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Auth.js의 모든 인증 관련 요청을 처리하는 창구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37744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handlers } from "@/auth";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{ GET, POST } = handlers;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/api/auth/signin, /api/auth/session, /api/auth/callback/... 등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이 파일 하나가 [...] 동적 세그먼트로 전부 받아 처리합니다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[...nextauth]의 대괄호+점점점(...)은 4주차 [id]보다 더 넓은 범위를 잡는 '캐치올(catch-all)' 동적 세그먼트입니다 — /api/auth/뒤에 뭐가 오든 이 파일 하나가 처리합니다.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AUTH_SECRET 환경변수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 쿠키에 서명하는 키 — MONGODB_URI와 똑같이 다뤄야 합니다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auth secret 실행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명령 한 줄로 안전한 랜덤 값을 만들어 .env.local에 자동으로 추가해줍니다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auth secret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실행하면 .env.local에 자동으로 이 줄이 추가됩니다: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AUTH_SECRET=3f8a...(랜덤 문자열)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3434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값이 유출되면 누구나 '나는 A라는 유저다'라고 서명된 세션 쿠키를 위조할 수 있습니다 — 즉, 로그인 없이 아무 계정으로 로그인한 것처럼 행세할 수 있습니다. MONGODB_URI와 동일한 수준으로 비밀로 취급하세요.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회원가입 · 로그인 · 로그아웃 Action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5주차의 &lt;form action&gt; 패턴이 인증에도 그대로 적용됩니다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registerAction — 가입 즉시 로그인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createUser() 성공 후 signIn()까지 이어서 호출합니다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registerAction(formData: FormData)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name = String(formData.get("name") ?? "").trim();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email = String(formData.get("email") ?? "").trim().toLowerCase();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password = String(formData.get("password") ?? "");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(!name || !email || !password) throw new Error(...);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(password.length &lt; 8) throw new Error("비밀번호는 8자 이상이어야 합니다.");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createUser({ name, email, password });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signIn("credentials", { email, password, redirectTo: "/" });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— 주의 깊게 볼 코드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loginAction — 에러를 구분해서 처리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Auth.js는 로그인 실패를 '에러를 던지는 방식'으로 알려줍니다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365760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loginAction(formData: FormData)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signIn("credentials", formData);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(error)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(error instanceof AuthError)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redirect("/login?error=1");   // 로그인 실패 → 에러 페이지로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error;   // 그 외 에러(리다이렉트 신호 포함)는 그대로 던짐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5532120"/>
            <a:ext cx="11064240" cy="45720"/>
          </a:xfrm>
          <a:prstGeom prst="round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이렇게 복잡한가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블록에서 무엇이든 다 삼키면 안 되는 이유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Next.js의 리다이렉트도 내부적으로는 '에러를 던지는' 방식으로 구현되어 있습니다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만약 모든 에러를 삼키면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성공 후에도 못 움직임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signIn() 성공 시 Next.js가 내부적으로 리다이렉트 신호(특수한 에러)를 던지는데, 이것까지 catch에서 삼켜버리면 로그인은 성공했는데 페이지 이동이 안 됩니다.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AuthError만 골라서 처리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instanceof AuthError로 '진짜 로그인 실패'만 구분해서 잡고, 나머지는 반드시 다시 던져야(rethrow) 합니다.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67258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78992" y="456285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logoutAction — 가장 짧은 함수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87375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signOut({ redirectTo: "/" }); — 세션 쿠키를 지우고 홈으로 이동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&amp; 회원가입 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5·6주차에서 배운 패턴이 그대로 재사용됩니다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app/register/page.tsx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notices/new/page.tsx와 완전히 같은 구조 — form action + SubmitButton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registerAction } from "@/lib/actions";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SubmitButton } from "@/components/SubmitButton";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RegisterPage()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 action={registerAction}&gt;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name="name" required /&gt;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name="email" type="email" required /&gt;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name="password" type="password" required minLength={8} /&gt;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&lt;SubmitButton label="가입하고 로그인" /&gt;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&lt;/form&gt;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app/login/page.tsx — searchParams 처리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16에서 searchParams도 params처럼 Promise입니다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Props = { searchParams: Promise&lt;{ error?: string }&gt; };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async function LoginPage({ searchParams }: Props)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error } = await searchParams;   // ← 여기도 await 필수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{error &amp;&amp; &lt;p&gt;이메일 또는 비밀번호가 올바르지 않습니다.&lt;/p&gt;}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&lt;form action={loginAction}&gt; ... &lt;/form&gt;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SiteHeader — 로그인 상태 표시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Server Component + auth()로 클라이언트 JS 없이 구현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components/SiteHeader.tsx — 무엇이 달라졌나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5주차엔 그냥 function, 이제는 async function입니다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auth } from "@/auth";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logoutAction } from "@/lib/actions";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SiteHeader() {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session = await auth();   // 현재 로그인 세션 읽기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&lt;header&gt;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{/* ... 상품/공지사항 링크 ... */}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{session?.user ? ( /* 이름 + 로그아웃 폼 */ ) : ( /* 로그인 링크 */ )}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&lt;/header&gt;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신기한가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useState 없이 어떻게 화면이 바뀌나요?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SiteHeader는 Client Component가 아니라 Server Component입니다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페이지 요청 도착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브라우저가 아무 페이지나 요청 (layout.tsx가 항상 실행됨)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서버에서 auth() 실행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요청에 담긴 세션 쿠키를 서버가 직접 읽고 검증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결과에 맞는 HTML 생성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상태면 '이름님 + 로그아웃', 아니면 '로그인' 버튼으로 렌더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완성된 HTML 전송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브라우저는 이미 완성된 화면을 받음 — 자바스크립트로 나중에 바꾸는 게 아님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34340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3주차에 배운 Server Component 개념이 여기서 실전으로 쓰입니다 — '서버에서 미리 다 계산해서 완성된 화면을 준다'는 원칙이 세션 처리에도 똑같이 적용됩니다.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실습: 전체 흐름 확인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가입 → 로그인 → 로그아웃, 그리고 실패 케이스까지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회원가입부터 로그아웃까지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순서대로 직접 클릭하며 확인합니다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/register 접속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이름/이메일/비밀번호(8자↑) 입력 → 가입하고 로그인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헤더 확인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"OOO님" + 로그아웃 버튼이 보이면 자동 로그인 성공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로그아웃 클릭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헤더가 다시 '로그인' 버튼으로 바뀌는지 확인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/login에서 재로그인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방금 만든 계정으로 다시 로그인 성공 확인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206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일부러 틀린 비밀번호로 로그인 시도 → /login?error=1 로 이동하며 안내 문구가 뜨는지 확인 (과제 체크리스트 항목)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자주 만나는 에러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인증은 실수가 눈에 잘 안 보여서 유독 헷갈리는 주차입니다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023360"/>
                <a:gridCol w="384048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증상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해결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MissingSecret 에러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AUTH_SECRET 없이 서버 실행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npx auth secret 실행 후 서버 재시작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가입은 되는데 자동 로그인 안 됨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registerAction의 signIn 호출 누락/오타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await signIn("credentials", {...}) 확인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항상 error=1로 이동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authorize()에서 email.toLowerCase() 불일치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가입 시 저장된 이메일과 로그인 입력값 대소문자 확인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로그아웃해도 헤더가 그대로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SiteHeader에 async 누락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async function SiteHeader()로 되어 있는지 확인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로컬은 되는데 Vercel만 안 됨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Vercel에 AUTH_SECRET 미등록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Settings → Environment Variables에 추가 후 Redeploy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&amp; 제출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주는 환경변수가 2개(MONGODB_URI, AUTH_SECRET)입니다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— 복습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→ Vercel(환경변수 2개) → submissions-2026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AUTH_SECRET도 Vercel에 등록해야 배포 사이트에서 로그인이 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743200"/>
          </a:xfrm>
          <a:prstGeom prst="roundRect">
            <a:avLst>
              <a:gd name="adj" fmla="val 2667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status   # .env.local 목록에 없는지 확인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. &amp;&amp; git commit -m "week07: Auth.js 로그인/회원가입"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push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Vercel Settings → Environment Variables: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MONGODB_URI (6주차부터 이미 등록됨)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AUTH_SECRET (이번 주 신규 — 반드시 추가!)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99262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78992" y="488289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submissions-2026에 week07/학번.json PR 제출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519379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deploy_url에서 직접 회원가입해보고 정상 동작 확인 후 제출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· 인증(Authentication) 기초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실습 체크리스트 (과제 #5)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5개를 모두 마쳐야 오늘 과제가 완료된 것입니다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391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39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975104"/>
            <a:ext cx="1056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auth secret으로 AUTH_SECRET 발급 후 .env.local에 반영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724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660904"/>
            <a:ext cx="1056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로컬에서 회원가입 → 자동 로그인 → 로그아웃 전체 흐름 확인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4107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4107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346704"/>
            <a:ext cx="1056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일부러 틀린 비밀번호로 로그인해 /login?error=1 처리 확인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0965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965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32504"/>
            <a:ext cx="1056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Vercel에 MONGODB_URI + AUTH_SECRET 둘 다 등록 후 Redeploy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7823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823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" y="4718304"/>
            <a:ext cx="1056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사이트에서도 회원가입/로그인 동작 확인 → submissions-2026에 PR 제출</a:t>
            </a:r>
            <a:endParaRPr lang="en-US" sz="13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주 안내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8주차 · 중간고사 안내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1~7주차 실습 내용을 정리하고 복습합니다. 9주차부터는 오늘 만든 로그인 위에 '권한'을 얹습니다.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22783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227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63824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 #5 — 오늘 만든 코드 + Vercel 배포 링크를 submissions-2026에 제출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77647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776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712464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1~7주차 자동채점 결과에 실패 항목이 있다면 중간고사 전에 정리해두기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2026-09-01T07:20:10Z</dcterms:created>
  <dcterms:modified xsi:type="dcterms:W3CDTF">2026-09-01T07:20:10Z</dcterms:modified>
</cp:coreProperties>
</file>