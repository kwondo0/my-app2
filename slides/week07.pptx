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66928" cy="566928"/>
          </a:xfrm>
          <a:prstGeom prst="ellipse">
            <a:avLst/>
          </a:prstGeom>
          <a:solidFill>
            <a:srgbClr val="06B6D4">
              <a:alpha val="2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143" y="68470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3317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기초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2004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Auth.js(NextAuth) v5로 로그인/회원가입 기능을 붙입니다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0080" y="4114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7주차 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요청을 누가 보냈는가"를 다루는 첫 주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정보보호학과  ·  중부대학교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다룰 내용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인증(authentication)에 집중합니다 — 권한(authorization)은 9주차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7주차 · 인증 기초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222382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0848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비밀번호는 저장하지 않는다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251960" y="208483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bcrypt 해싱 — passwordHash만 DB에 남기는 이유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81" y="327538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1363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Auth.js Credentials Provider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251960" y="313639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DB의 이메일/비밀번호로 직접 로그인 구현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420624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432694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1879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= 서명된 JWT 쿠키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251960" y="418795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상태를 서버가 어떻게 "기억"하는가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" y="525780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1" y="5378501"/>
            <a:ext cx="261518" cy="26151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52395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회원가입 → 로그인 → 로그아웃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251960" y="523951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폼-액션 패턴으로 3가지 흐름 모두 구현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인증(Authentication) vs 인가(Authorization)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주는 "누구인가"만 다룹니다. "무엇을 할 수 있는가"는 9주차입니다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7주차 · 인증 기초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478024" cy="3291840"/>
          </a:xfrm>
          <a:prstGeom prst="roundRect">
            <a:avLst>
              <a:gd name="adj" fmla="val 369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95628" y="242316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1691" y="2559223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20040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(7주차, 오늘)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3611880"/>
            <a:ext cx="22951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당신이 누구인지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확인하는 과정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118104" y="329184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319272" y="2103120"/>
            <a:ext cx="2478024" cy="3291840"/>
          </a:xfrm>
          <a:prstGeom prst="roundRect">
            <a:avLst>
              <a:gd name="adj" fmla="val 369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74820" y="242316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0883" y="2559223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19272" y="320040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성공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410712" y="3611880"/>
            <a:ext cx="22951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세션(JWT)에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신원 정보 기록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5797296" y="329184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5998464" y="2103120"/>
            <a:ext cx="2478024" cy="3291840"/>
          </a:xfrm>
          <a:prstGeom prst="roundRect">
            <a:avLst>
              <a:gd name="adj" fmla="val 369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954012" y="242316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0075" y="2559223"/>
            <a:ext cx="294803" cy="29480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998464" y="320040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인가 (9주차)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089904" y="3611880"/>
            <a:ext cx="22951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신원으로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할 수 있는지 결정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8476488" y="329184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23" name="Shape 18"/>
          <p:cNvSpPr/>
          <p:nvPr/>
        </p:nvSpPr>
        <p:spPr>
          <a:xfrm>
            <a:off x="8677656" y="2103120"/>
            <a:ext cx="2478024" cy="3291840"/>
          </a:xfrm>
          <a:prstGeom prst="roundRect">
            <a:avLst>
              <a:gd name="adj" fmla="val 369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633204" y="242316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9267" y="2559223"/>
            <a:ext cx="294803" cy="29480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677656" y="320040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혼동하면 생기는 사고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8769096" y="3611880"/>
            <a:ext cx="22951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"로그인만 하면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 된다"는 흔한 취약점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비밀번호는 절대 원문으로 저장하지 않는다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bcrypt — 단방향 해시 함수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7주차 · 인증 기초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515600" cy="2926080"/>
          </a:xfrm>
          <a:prstGeom prst="roundRect">
            <a:avLst>
              <a:gd name="adj" fmla="val 25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F172A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167128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" y="2167128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1408176" y="2167128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09397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lib/users.ts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32688" y="251460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passwordHash = await bcrypt.hash(input.password, 10)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32688" y="2843784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User.create({ name, email, passwordHash })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원본 비밀번호는 버림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5212080"/>
            <a:ext cx="384048" cy="38404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252" y="5304252"/>
            <a:ext cx="199705" cy="19970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52728" y="51937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DB가 유출돼도 비밀번호는 알 수 없음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133088" y="5193792"/>
            <a:ext cx="7022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해시는 복호화가 불가능 — bcrypt.compare로 "같은지"만 검증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auth.ts — Credentials Provider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시도가 오면 authorize()가 이메일/비밀번호를 검증합니다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7주차 · 인증 기초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515600" cy="4114800"/>
          </a:xfrm>
          <a:prstGeom prst="roundRect">
            <a:avLst>
              <a:gd name="adj" fmla="val 1778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F172A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167128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" y="2167128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1408176" y="2167128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09397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auth.ts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32688" y="251460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authorize(credentials) {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32688" y="280720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user = await User.findOne({ email })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32688" y="3099816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(!user) return null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존재하지 않는 이메일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32688" y="3392424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ok = await bcrypt.compare(password, user.passwordHash)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32688" y="368503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(!ok) return null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비밀번호 불일치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32688" y="397764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 id: user._id, name: user.name, email: user.email }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32688" y="42702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로그인도 &lt;form action={...}&gt;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5주차부터 써온 폼-액션 패턴이 로그인에도 그대로 적용됩니다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7주차 · 인증 기초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515600" cy="3931920"/>
          </a:xfrm>
          <a:prstGeom prst="roundRect">
            <a:avLst>
              <a:gd name="adj" fmla="val 186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F172A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167128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" y="2167128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1408176" y="2167128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09397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lib/actions.ts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32688" y="251460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async function </a:t>
            </a:r>
            <a:pPr indent="0" marL="0">
              <a:buNone/>
            </a:pPr>
            <a:r>
              <a:rPr lang="en-US" sz="12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loginAction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(formData: FormData) {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32688" y="2843784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32688" y="3172968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signIn("credentials", formData)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32688" y="3502152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(error) {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32688" y="3831336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(error instanceof AuthError) {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32688" y="416052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redirect("/login?error=1")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32688" y="4489704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32688" y="4818888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error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리다이렉트 신호는 그대로 전달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32688" y="5148072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32688" y="5477256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SiteHeader — 로그인 상태에 따라 다른 화면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async Server Component에서 auth()로 세션을 직접 읽습니다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7주차 · 인증 기초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515600" cy="3291840"/>
          </a:xfrm>
          <a:prstGeom prst="roundRect">
            <a:avLst>
              <a:gd name="adj" fmla="val 222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F172A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167128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" y="2167128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1408176" y="2167128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09397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components/SiteHeader.tsx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32688" y="251460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async function </a:t>
            </a:r>
            <a:pPr indent="0" marL="0">
              <a:buNone/>
            </a:pPr>
            <a:r>
              <a:rPr lang="en-US" sz="12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SiteHeader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32688" y="2843784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session = await auth()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32688" y="3502152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session?.user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32688" y="3831336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? &lt;form action={logoutAction}&gt;&lt;button&gt;로그아웃&lt;/button&gt;&lt;/form&gt;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32688" y="416052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 &lt;Link href="/login"&gt;로그인&lt;/Link&gt;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32688" y="4489704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useState도, 클라이언트 fetch도 없이 — 서버에서 세션을 직접 읽어 렌더링합니다.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 체크리스트 (과제 #5)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7주차 · 인증 기초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457200" cy="45720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212848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20848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회원가입 + 로그인/로그아웃 해보기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206240" y="208483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/register → /login → 헤더의 로그아웃까지 한 사이클 확인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12724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9992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AUTH_SECRET 발급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206240" y="299923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npx auth secret 실행 후 .env.local에 반영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31920"/>
            <a:ext cx="457200" cy="45720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04164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9136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틀린 비밀번호로도 시도해보기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206240" y="391363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/login?error=1로 리다이렉트되며 에러 문구가 보이는지 확인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4846320"/>
            <a:ext cx="457200" cy="45720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95604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48280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4206240" y="482803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assignments-&lt;학번&gt;/week07/ push (.env.local 제외) + Vercel 배포 링크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66928" cy="566928"/>
          </a:xfrm>
          <a:prstGeom prst="ellipse">
            <a:avLst/>
          </a:prstGeom>
          <a:solidFill>
            <a:srgbClr val="06B6D4">
              <a:alpha val="2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143" y="68470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3774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주 안내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3063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8주차 · 중간고사 — 팀 프로젝트 기획서 발표 + 포트폴리오 초안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3931920"/>
            <a:ext cx="384048" cy="384048"/>
          </a:xfrm>
          <a:prstGeom prst="ellipse">
            <a:avLst/>
          </a:prstGeom>
          <a:solidFill>
            <a:srgbClr val="06B6D4">
              <a:alpha val="20000"/>
            </a:srgbClr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252" y="4024092"/>
            <a:ext cx="199705" cy="19970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39502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과제#5 — 로그인/회원가입 전체 흐름을 본인 배포 환경에서 확인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40080" y="4526280"/>
            <a:ext cx="384048" cy="384048"/>
          </a:xfrm>
          <a:prstGeom prst="ellipse">
            <a:avLst/>
          </a:prstGeom>
          <a:solidFill>
            <a:srgbClr val="06B6D4">
              <a:alpha val="20000"/>
            </a:srgbClr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52" y="4618452"/>
            <a:ext cx="199705" cy="19970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88720" y="454456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9주차부터 이 로그인 기능 위에 권한(RBAC)이 올라갑니다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640080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웹서버보안프로그래밍  ·  정보보호학과  ·  중부대학교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2026-08-19T08:25:02Z</dcterms:created>
  <dcterms:modified xsi:type="dcterms:W3CDTF">2026-08-19T08:25:02Z</dcterms:modified>
</cp:coreProperties>
</file>