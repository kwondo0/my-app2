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실습 강화판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연동 &amp; 실제 CRUD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 배열을 진짜 데이터베이스로 교체합니다 — 함수 이름은 그대로 두고 내부만 바꿉니다.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3시간, 이렇게 진행합니다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서비스(Atlas) 가입이 있으니 시간 여유를 두고 시작합니다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379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8992" y="17282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MongoDB Atlas 클러스터 만들기 (30분)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039112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 계정 가입 → 클러스터 생성 → 접속 문자열 발급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459736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8992" y="235000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.env.local 환경변수 관리 (15분)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6090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코드에 직접 쓰면 안 되는지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81528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2971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연결 캐싱: lib/mongodb.ts (25분)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28269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hot-reload에서 연결이 쌓이지 않게 하는 표준 패턴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8992" y="35935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Mongoose 스키마: models/Notice.ts (15분)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390448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스키마 없는 DB에 스키마를 강제하는 이유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25112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8992" y="4215384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lib/notices.ts 교체 (30분)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262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5주차와 시그니처는 동일, 내부만 DB 조회로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469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8992" y="48371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error.tsx — 보안 관점의 에러 처리 (20분)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5148072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정보를 사용자에게 노출하지 않는 습관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568696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8992" y="545896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Vercel 배포 시 환경변수 설정 (15분)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57698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새로 추가되는, 자주 놓치는 단계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클러스터 만들기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 M0 클러스터로 시작합니다 — 신용카드 필요 없음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→ 6주차, 뭐가 바뀌나요?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화면(app/notices/*.tsx)은 단 한 줄도 바뀌지 않습니다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그대로 유지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타입 + 함수 시그니처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29260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getNotices(), getNotice(id), createNotice(input) — 이름과 반환 타입이 동일합니다.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1772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교체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5511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lib/notices.ts 내부 구현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008376"/>
            <a:ext cx="29260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 배열 접근 → connectDB() + Mongoose 쿼리로 완전히 바뀝니다.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412480" y="2221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신규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5511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lib/mongodb.ts, models/Notice.ts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008376"/>
            <a:ext cx="29260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캐싱 헬퍼와 스키마 정의 — DB 연동에 필요한 새 파일 2개.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5주차에 강조한 '계층 분리'가 실제로 힘을 발휘하는 순간입니다 — 데이터를 가져오는 방법이 통째로 바뀌어도, 화면 쪽 코드는 안전합니다.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가입 &amp; 클러스터 생성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cloud.mongodb.com 에서 무료 계정을 만듭니다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계정 가입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cloud.mongodb.com → Sign up (Google 계정으로도 가능)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무료 클러스터 생성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"M0 Free" 선택 → Provider/Region은 기본값(가까운 지역)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Database User 생성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DB에 로그인할 아이디/비밀번호 (Atlas 계정과는 별개)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Network Access 설정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"Allow Access from Anywhere" (0.0.0.0/0) 선택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0.0.0.0/0은 '어디서든 접속 허용'이라는 뜻입니다. 실습 환경에서는 편의상 이렇게 하지만, 그러면 계정/비밀번호가 유일한 방어선이 됩니다 — Database User 비밀번호를 반드시 강력하게 만드세요.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접속 문자열(Connection String) 복사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클러스터 화면의 "Connect" → "Drivers" 에서 확인합니다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mongodb+srv://&lt;username&gt;:&lt;password&gt;@&lt;cluster-url&gt;/websecprog?retryWrites=true&amp;w=majority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&lt;username&gt;:&lt;password&gt;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3단계에서 만든 Database User 정보로 교체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&lt;cluster-url&gt;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Atlas가 자동 생성한 클러스터 주소 (복사 시 이미 채워져 있음)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/websecprog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사용할 데이터베이스 이름 — 없으면 접속 시 자동 생성됨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 환경변수 관리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접속 정보를 코드에 직접 쓰지 않는 습관 — 시크릿 관리의 첫걸음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.env.local.example → .env.local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파일을 복사해서 실제 값을 채웁니다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cp .env.local.example .env.local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.env.local 파일을 열어서: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MONGODB_URI=mongodb+srv://실제유저명:실제비번@실제클러스터/websecprog?...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437083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코드에 직접 안 쓰나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0001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레포는 언젠가 공개될 수 있습니다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157216"/>
            <a:ext cx="4823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push 순간 전 세계에 DB 비밀번호가 공개됩니다. 코드와 설정(시크릿)을 분리하는 것이 원칙입니다.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0780" y="4114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5100" y="437083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확인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470001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.env.local은 이미 커밋 대상에서 제외됨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5157216"/>
            <a:ext cx="4823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3주차에 만든 프로젝트의 .gitignore에 .env* 항목이 원래 포함되어 있습니다 — cat .gitignore로 확인하세요.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확인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전 반드시 git status로 확인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.env.local이 커밋 대상에 뜨면 절대 add/commit 하지 마세요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.env.local이 목록에 안 보여야 정상 (.gitignore가 걸러줌)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.gitignore | grep env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.env*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5262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실수로 커밋했다면: 그냥 파일만 지우고 다시 커밋하는 것으로는 부족합니다. Git 히스토리에 비밀번호가 남아있으므로 즉시 Atlas에서 비밀번호를 변경하세요. (13주차에서 히스토리 정리 방법을 다룹니다.)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캐싱: lib/mongodb.ts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hot-reload마다 연결이 쌓이지 않게 하는 표준 패턴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상황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캐싱 없이 매번 connect()하면?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서버가 파일 저장할 때마다 모듈을 다시 불러오기 때문에 생기는 문제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저장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중 코드를 고쳐서 저장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모듈 다시 로드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hot-reload가 lib/mongodb.ts를 다시 실행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connect() 재호출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캐싱이 없으면 매번 새 연결을 만듦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누적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저장을 여러 번 하면 연결 수십 개가 쌓여 Atlas 제한에 걸림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해결책: 연결(정확히는 연결 Promise)을 globalThis에 저장해두고, 다음 모듈 로드 때 그 값을 재사용합니다.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MongooseCache 타입 + 전역 캐시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global로 globalThis에 타입을 붙여줍니다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MongooseCache =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conn: typeof mongoose | null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promise: Promise&lt;typeof mongoose&gt; | null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 global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mongooseCache: MongooseCache | undefined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cached: MongooseCache = global.mongooseCache ?? { conn: null, promise: null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global.mongooseCache = cached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connectDB() 함수 — 단계별로 읽기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연결돼 있으면 재사용, 아니면 새로 연결 시도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connectDB()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(!MONGODB_URI) throw new Error('MONGODB_URI 환경변수가 없습니다...')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(cached.conn) return cached.conn   // ① 이미 연결됨 → 바로 반환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(!cached.promise)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cached.promise = mongoose.connect(MONGODB_URI)   // ② 연결 시도 시작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cached.conn = await cached.promise   // ③ 연결 완료까지 대기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cached.conn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놓치기 쉬운 부분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실패 시 캐시를 비워야 하는 이유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실패한 Promise를 그대로 캐시해두면 벌어지는 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19456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cached.conn = await cached.promise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cached.promise = null   // 실패했으니 캐시를 비워서 다음 요청이 재시도하게 함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err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5262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이걸 안 하면: 비밀번호를 잘못 입력해서 연결에 한 번 실패하면, .env.local을 고쳐도 서버를 재시작하기 전까지 계속 같은 에러만 반복됩니다 — 디버깅할 때 꼭 기억해두세요.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스키마: models/Notice.ts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스키마 없는 DB에 스키마를 강제해서 실수를 줄입니다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noticeSchema 정의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자체는 schemaless지만, 앱 코드에서는 스키마를 명시하는 게 실무 표준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Schema, model, models } from "mongoose";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noticeSchema = new Schema(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{ type: String, required: true, trim: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{ type: String, required: true, trim: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{ type: String, required: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timestamps: true }   // createdAt / updatedAt 자동 생성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— 놓치기 쉬운 부분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models.Notice || model("Notice", ...) 패턴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이것도 hot-reload 때문에 필요한 방어 코드입니다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Notice = models.Notice || model("Notice", noticeSchema);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45643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없다면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8561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OverwriteModelError 발생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4281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hot-reload로 이 파일이 다시 실행될 때마다 model("Notice", ...)을 또 등록하려다 Mongoose가 에러를 던집니다.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0780" y="320040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5100" y="345643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패턴의 의미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378561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등록됐으면 재사용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424281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models.Notice에 이미 값이 있으면 그걸 쓰고, 없을 때만 새로 model()을 호출합니다.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lib/notices.ts 교체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함수 시그니처는 그대로, 내부만 완전히 새로 씁니다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toNotice() — 변환이 필요한 이유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문서와 화면에서 쓰는 Notice 타입은 형태가 다릅니다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toNotice(doc: NoticeDocLike): Notice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String(doc._id),          // ObjectId → 문자열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doc.title,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doc.author,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doc.content,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createdAt: (doc.createdAt ?? new Date()).toISOString().slice(0, 10),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getNotices() — 조회 + 자동 시드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컬렉션이 비어있을 때만 예시 데이터 3개를 자동으로 넣어줍니다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getNotices(): Promise&lt;Notice[]&gt;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connectDB();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seedIfEmpty();   // 문서 0개일 때만 예시 3개 삽입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docs = await NoticeModel.find().sort({ createdAt: -1 }).lean();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docs.map((doc) =&gt; toNotice(doc as NoticeDocLike));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72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/notices 접속 → 첫 접속 시 Atlas 대시보드의 Collections에서 websecprog.notices에 문서 3개가 생겼는지 확인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getNotice(id) — 잘못된 id 형식 처리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findById에 이상한 문자열을 넘기면 Mongoose가 에러를 던집니다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3291840"/>
          </a:xfrm>
          <a:prstGeom prst="roundRect">
            <a:avLst>
              <a:gd name="adj" fmla="val 2222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getNotice(id: string): Promise&lt;Notice | undefined&gt;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connectDB();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doc = await NoticeModel.findById(id).lean();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doc ? toNotice(doc as NoticeDocLike) : undefined;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undefined;   // ObjectId 형식이 아니면 '찾을 수 없음'으로 처리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덕분에 [id]/page.tsx의 notFound() 로직(4·5주차와 동일)이 그대로 재사용됩니다 — 이상한 id든 존재하지 않는 id든 결과는 똑같이 undefined.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createNotice(input) — 가장 짧아진 함수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Mongoose가 검증·저장을 대신 해주기 때문입니다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createNotice(input: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string; author: string; content: string;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}): Promise&lt;Notice&gt;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connectDB();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doc = await NoticeModel.create(input);   // required 검증도 여기서 수행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toNotice(doc);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6634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5주차의 nextId 카운터, notices.push() 같은 코드가 통째로 사라졌습니다 — DB가 id 생성과 저장을 대신 맡아주기 때문입니다. lib/actions.ts는 이 함수를 그대로 호출하므로 수정할 필요가 없습니다.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error.tsx — 보안 관점의 에러 처리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정보를 사용자에게 노출하지 않는 습관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중요한가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에러 화면도 보안의 일부입니다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과목이 '웹서버보안프로그래밍'인 이유를 처음 체감하는 지점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없으면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스택 트레이스가 그대로 노출될 수 있음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모드에서는 에러 메시지에 DB 접속 정보, 파일 경로 같은 내부 정보가 그대로 찍힐 수 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error.tsx가 하는 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안전한 문구만 사용자에게 보여줌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"공지사항을 불러오지 못했습니다" 같은 일반적인 메시지 + 재시도 버튼. 자세한 내용은 서버 로그로만 남깁니다.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449324" cy="29260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572000"/>
            <a:ext cx="14493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client" 필수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app/notices/error.tsx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폴더 규칙(파일명 컨벤션) — loading.tsx와 똑같은 원리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 client";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NoticesError({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error, reset,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}: { error: Error &amp; { digest?: string }; reset: () =&gt; void })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&lt;p&gt;공지사항을 불러오지 못했습니다.&lt;/p&gt;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&lt;p&gt;일시적인 서버/DB 연결 문제일 수 있습니다...&lt;/p&gt;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onClick={() =&gt; reset()}&gt;다시 시도&lt;/button&gt;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확인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일부러 에러를 내보고 확인하기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MONGODB_URI를 잠깐 틀리게 바꿔서 error.tsx가 뜨는지 확인합니다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.env.local 백업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MONGODB_URI 값을 메모장 등에 잠깐 복사해두기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비밀번호를 일부러 틀리게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마지막 글자 하나 지우기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서버 재시작 후 /notices 접속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재시작 → error.tsx 화면이 뜨는지 확인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원래 값으로 복구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후 반드시 정상 URI로 되돌리고 재시작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환경변수(.env.local)를 바꾼 뒤에는 반드시 npm run dev를 재시작해야 반영됩니다 — 코드 hot-reload와 달리 환경변수는 자동으로 다시 안 읽힙니다.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Vercel에 환경변수 설정하기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 배포에서 가장 많이 놓치는 단계입니다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14 — 중요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.env.local은 Vercel에 자동으로 안 올라갑니다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때문에 Git에도 안 올라가고, 당연히 Vercel도 그 값을 모릅니다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프로젝트 → Settings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배포된 프로젝트 대시보드에서 Settings 탭 클릭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메뉴에서 선택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MONGODB_URI 추가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MONGODB_URI, Value: .env.local과 동일한 값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재배포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Deployments 탭 → 최신 배포 → Redeploy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단계를 빼먹으면: 로컬(npm run dev)에서는 잘 되는데 Vercel 배포 사이트에 들어가면 error.tsx 화면만 뜹니다. 자동채점의 deploy_url 검사도 이 이유로 실패할 수 있습니다 — 배포 전 반드시 확인하세요.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만들기 + 트러블슈팅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필드를 스키마에 반영하고, 자주 겪는 에러를 미리 확인합니다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#4 힌트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5주차에 추가한 필드를 스키마에도 반영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조회수(views)를 만들었다면 3곳을 함께 고칩니다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models/Notice.ts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noticeSchema에 views: { type: Number, default: 0 } 추가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084320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22064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323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lib/notices.ts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3232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toNotice()의 반환 객체에 views 필드 추가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57744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95488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9665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96656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seedIfEmpty()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296656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데이터에도 views 값 추가 (선택)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저장된 문서에는 새 필드가 없을 수 있습니다 — Mongoose의 default 옵션을 쓰면 기존 문서를 조회할 때도 기본값이 채워집니다. 컬렉션을 Atlas 대시보드에서 통째로 지우고 재시드해도 됩니다(실습 데이터라 괜찮음).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자주 만나는 에러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외부 서비스(Atlas) 연동이라 새로운 유형의 에러가 많습니다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023360"/>
                <a:gridCol w="3657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해결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MongooseServerSelectionError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Access에 내 IP 미등록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Atlas → Network Access → 0.0.0.0/0 확인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 failed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URI의 비밀번호에 특수문자가 그대로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@, # 등은 URL 인코딩 필요 (encodeURIComponent)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.env.local 고쳤는데 반영 안 됨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 서버를 재시작 안 함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run dev 완전히 껐다가 다시 실행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OverwriteModelError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models.Notice || model(...) 패턴 누락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models/Notice.ts 코드를 그대로 유지했는지 확인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로컬은 되는데 Vercel만 안 됨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Vercel에 MONGODB_URI 미등록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 → Environment Variables 등록 후 Redeploy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&amp; 제출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 push 방법은 동일, 이번엔 Vercel 환경변수만 잊지 마세요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15 — 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→ Vercel(+환경변수) → submissions-2026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.env.local이 실수로 포함되지 않았는지 커밋 전 반드시 확인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   # .env.local이 목록에 없어야 함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 &amp;&amp; git commit -m "week06: MongoDB 연동"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Vercel Settings → Environment Variables에 MONGODB_URI 등록 확인 후 Redeploy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572000"/>
            <a:ext cx="5404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4736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513892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submissions-2026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5486400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week06/학번.json 로 PR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971032" y="4572000"/>
            <a:ext cx="2194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08776" y="4572000"/>
            <a:ext cx="540410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4736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513892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repo_url · commit_sha · deploy_url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5486400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deploy_url은 실제로 접속해서 /notices가 뜨는지 먼저 확인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· MongoDB 연동 &amp; 실제 CRUD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체크리스트 (과제 #4)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6개를 모두 마쳐야 오늘 과제가 완료된 것입니다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39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975104"/>
            <a:ext cx="10561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무료 클러스터 생성 + 접속 문자열 발급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6090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660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96896"/>
            <a:ext cx="10561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.env.local 설정 후 로컬에서 /notices 정상 동작 확인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826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18688"/>
            <a:ext cx="10561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일부러 URI를 틀리게 해서 error.tsx가 뜨는 것도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3840480"/>
            <a:ext cx="10561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5주차에 추가한 필드를 models/Notice.ts 스키마에 반영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526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462272"/>
            <a:ext cx="10561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Settings에 MONGODB_URI 환경변수 등록 + Redeploy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14807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148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" y="5084064"/>
            <a:ext cx="10561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레포에 push(.env.local 제외) → submissions-2026에 PR 제출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주 안내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Auth.js로 로그인 기능을 붙입니다 — SiteHeader에 로그인/로그아웃 버튼이 추가됩니다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4495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44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8094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#4 — 오늘 만든 코드 + Vercel 배포 링크를 submissions-2026에 제출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935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52958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GitHub/Google 계정 로그인 정보를 미리 준비해오면 7주차가 수월합니다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2026-09-01T07:16:54Z</dcterms:created>
  <dcterms:modified xsi:type="dcterms:W3CDTF">2026-09-01T07:16:54Z</dcterms:modified>
</cp:coreProperties>
</file>