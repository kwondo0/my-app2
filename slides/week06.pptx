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연동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in-memory 데이터를 실제 데이터베이스로 교체합니다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게시판이 이제 진짜로 저장됩니다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 게시판의 데이터 계층(lib/notices.ts)만 갈아끼웁니다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준비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클러스터 생성 + 접속 문자열(URI) 발급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환경변수로 시크릿 관리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 — 접속 정보를 코드에서 완전히 분리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Mongoose 연결 캐싱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hot-reload 환경에서 연결이 계속 쌓이지 않게 하는 패턴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에러를 안전하게 다루기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error.tsx로 DB 장애 시에도 내부 정보 노출 없이 처리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준비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티어(M0)로 충분합니다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클러스터 생성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mongodb.com/atlas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무료 티어 선택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DB 사용자 생성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 Access에서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아이디/비밀번호 생성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네트워크 허용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Access에서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허용 목록 등록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29184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접속 문자열 복사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→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 방식 URI 복사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Vercel에 배포할 때는 4단계의 IP가 매번 바뀌므로, Network Access에 0.0.0.0/0(모든 IP 허용)을 등록하는 경우가 많습니다 — 그래서 계정/비밀번호 보안이 더욱 중요합니다.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 — 접속 정보는 코드에 적지 않는다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학기 내내 강조할 "시크릿 관리"의 첫 번째 실습입니다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  (Git에 커밋되지 않음)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MONGODB_URI=mongodb+srv://&lt;id&gt;:&lt;pw&gt;@&lt;cluster&gt;/websecprog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?retryWrites=true&amp;w=majority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411480" cy="41148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4762195"/>
            <a:ext cx="213970" cy="21397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4645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.gitignore의 .env* 규칙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60520" y="4645152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create-next-app 기본값에 포함 — 실수로 커밋될 걱정이 없음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53309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.env.local.example만 커밋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160520" y="5330952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값이 없는 템플릿 파일만 레포에 남겨 팀원이 참고하게 함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lib/mongodb.ts — 연결 캐싱 패턴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요청마다 새로 연결하면 안 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42062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lib/mongodb.ts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connectDB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80720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(cached.conn) return cached.conn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이미 연결됨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309981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(!cached.promise) {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39242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cached.promise = mongoose.connect(MONGODB_URI)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6850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97764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4270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cached.conn = await cached.promise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56285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2688" y="485546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cached.promise = null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실패하면 재시도 가능하게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1480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err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2688" y="544068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573328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lib/notices.ts — 함수 시그니처는 그대로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5주차의 in-memory 배열이 Mongoose 조회로 바뀌었지만, app/notices/*.tsx는 한 줄도 안 바뀝니다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931920"/>
          </a:xfrm>
          <a:prstGeom prst="roundRect">
            <a:avLst>
              <a:gd name="adj" fmla="val 186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lib/notices.ts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getNotices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 Promise&lt;Notice[]&gt; {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connectDB()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docs = await NoticeModel.find().sort({ createdAt: -1 }).lean()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docs.map(toNotice)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createNotice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(input) {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44897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connectDB()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8188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doc = await NoticeModel.create(input)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14807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toNotice(doc)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47725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models/Notice.ts — Mongoose 스키마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MongoDB는 스키마가 없는 DB지만, 코드에서는 스키마를 정의해 실수를 줄입니다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0" cy="3383280"/>
          </a:xfrm>
          <a:prstGeom prst="roundRect">
            <a:avLst>
              <a:gd name="adj" fmla="val 216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F172A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67128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671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408176" y="216712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939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models/Notice.ts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noticeSchema = new Schema(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{ type: String, required: true, trim: true },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{ type: String, required: true, trim: true },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{ type: String, required: true },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" y="44897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true }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createdAt/updatedAt 자동 생성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48188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models.Notice || model("Notice", ...) 패턴으로 hot-reload 시 모델을 중복 정의하지 않도록 방지합니다.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화면 방지 + 안전한 에러 처리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편의를 위한 자동 시드, 그리고 장애 상황에서의 보안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seedIfEmpty()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컬렉션이 비어있을 때만 예시 데이터 3개를 자동으로 넣어 첫 실습 화면이 휑하지 않게 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29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실패 시 재시도 가능하게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0906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cached.promise를 null로 되돌려, 클러스터가 복구되면 다음 요청이 다시 시도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235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96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app/notices/error.tsx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096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연결 실패 등 에러가 나도 사용자에게는 안전한 문구만, 자세한 내용은 서버 로그로만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체크리스트 (과제 #4)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 · MongoDB 연동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클러스터 직접 생성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M0 클러스터 + 본인 계정으로 접속 문자열 발급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 설정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06240" y="2999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.env.local.example을 복사해 본인 URI로 채우고 로컬에서 동작 확인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416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하나 더 저장해보기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39136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 과제에서 추가한 필드를 Mongoose 스키마에도 반영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560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828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206240" y="48280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assignments-&lt;학번&gt;/week06/ push (.env.local은 제외!) + Vercel 배포 링크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 · 인증 기초 — Auth.js로 로그인 기능을 붙이기 시작합니다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과제#4 — 본인 MongoDB Atlas 클러스터로 게시판이 동작하는지 확인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.env.local이 실수로 커밋되지 않았는지 꼭 다시 확인하기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2026-08-19T08:17:16Z</dcterms:created>
  <dcterms:modified xsi:type="dcterms:W3CDTF">2026-08-19T08:17:16Z</dcterms:modified>
</cp:coreProperties>
</file>