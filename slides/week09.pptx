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완성 &amp; 권한(RBAC)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로그인해야 글을 쓸 수 있고, 본인 글만(또는 관리자만) 지울 수 있습니다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7주차의 "인증"에 드디어 "인가"를 더합니다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하나 — "한 겹만 막지 않는다"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proxy.ts로 페이지 자체를 막기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안 하면 /notices/new에 아예 들어갈 수 없게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Action에서 한 번 더 확인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미들웨어를 우회해도 실제 저장/삭제 직전에 다시 검사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역할(role) — user vs admin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단순한 RBAC: 딱 두 가지 역할만 둡니다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 기반 권한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"본인 글만 삭제 가능" — role과는 다른 축의 권한 판단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7주차의 약속을 지킵니다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"로그인은 되지만 아직 아무나 글을 쓸 수 있다"는 상태를 오늘 없앱니다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7주차까지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누구인지는 앎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(인증 완료)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여부와 무관하게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글쓰기 가능했음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로그인해야만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글쓰기 가능(인가)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RBAC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글만 삭제,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admin은 전부 삭제 가능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proxy.ts — 로그인 안 하면 페이지 진입 자체가 막힘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16부터 middleware.ts 대신 proxy.ts를 씁니다(기능은 동일)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32918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auth } = NextAuth(authConfig)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auth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config = { matcher: ["/notices/new"] }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authConfig의 authorized 콜백이 true/false만 반환하면, Auth.js가 자동으로 /login으로 리다이렉트합니다. URL을 직접 쳐도 페이지가 그려지기 전에 막힙니다.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중 발견한 진짜 버그: Edge Runtime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proxy.ts에서 auth.ts를 통째로 불러오면 500 에러가 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51560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2140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214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2140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4825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이렇게 하면 에러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46888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auth } from "@/auth"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auth.ts는 bcrypt/mongoose 포함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79806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auth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→ "Node.js API ... not supported in Edge Runtime"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4403019"/>
            <a:ext cx="228234" cy="22823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07592" y="42793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87952" y="427939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proxy.ts는 Edge Runtime에서 실행 — bcrypt/mongoose 같은 Node.js 전용 API를 못 씁니다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120640"/>
            <a:ext cx="438912" cy="438912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19" y="5225979"/>
            <a:ext cx="228234" cy="2282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07592" y="5102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187952" y="5102352"/>
            <a:ext cx="6967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auth.config.ts(가벼운 설정)와 auth.ts(로그인 로직 포함)로 파일을 분리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auth.config.ts — Edge에서도 안전한 최소 설정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providers는 비워두고, 라우트 보호 판단 로직만 남깁니다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411480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auth.config.ts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authConfig = {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8072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pages: { signIn: "/login" },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309981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callbacks: {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authorized({ auth, request }) {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3685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isLoggedIn = !!auth?.user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3977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(request.nextUrl.pathname.startsWith("/notices/new"))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isLoggedIn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56285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true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485546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51480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2688" y="5440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providers: [],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실제 로그인 로직은 auth.ts에만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57332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방어(Defense in Depth)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하나만 믿지 않습니다 — Server Action 내부에서도 세션을 다시 확인합니다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27432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lib/actions.ts — createNoticeAction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 = await auth()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(!session?.user) redirect("/login")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createNotice({ ..., authorId: session.user.id })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proxy.ts의 matcher 설정 실수나 예외적인 경로로 미들웨어가 우회될 가능성은 늘 있습니다. 한 겹이 뚫려도 다음 겹이 막아야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글만, 또는 admin만 삭제 가능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role만으로는 부족합니다 — "이 글의 주인이 나인가"도 함께 봐야 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329184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lib/actions.ts — deleteNoticeAction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isOwner = notice.authorId === session.user.id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isAdmin = session.user.role === "admin"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(!isOwner &amp;&amp; !isAdmin) {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8313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Error("삭제 권한이 없습니다.")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160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 숨기는 것은 보안이 아니다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가장 중요한 문장입니다 — 12~14주차 OWASP 실습의 예고편이기도 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3152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76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삭제 버튼을 숨기는 것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17627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사용자 경험(UX)을 위한 것일 뿐, 공격자를 막지 못합니다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4125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273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방어는 서버 코드 안에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2735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도구로 요청을 직접 조작해도, deleteNoticeAction의 검사는 피할 수 없습니다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50982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370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클라이언트를 신뢰하지 않는다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370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오는 모든 값(폼, URL, 헤더)은 조작 가능하다고 가정하고 서버에서 검증합니다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체크리스트 (과제 #6)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· 인증 완성 &amp; RBAC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로그아웃 상태로 /notices/new 직접 접속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페이지로 자동 리다이렉트되는지 확인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272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글 삭제 + 남의 글 삭제 시도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06240" y="2999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글만 지워지고, 다른 계정 글은 삭제 버튼조차 안 보이는지 확인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416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Atlas에서 role을 admin으로 변경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06240" y="39136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계정 하나를 admin으로 바꿔 "모든 글 삭제 가능" 확인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560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828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206240" y="4828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assignments-&lt;학번&gt;/week09/ push + Vercel 배포 링크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10주차 · 고급 예제 I — 쇼핑몰 레퍼런스 프로젝트를 새로 시작합니다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과제#6 — 로그인 필수 글쓰기 + 소유권 기반 삭제 확인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8주차에 발표한 팀 프로젝트 기획서대로 팀별 개발 착수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2026-08-19T08:42:50Z</dcterms:created>
  <dcterms:modified xsi:type="dcterms:W3CDTF">2026-08-19T08:42:50Z</dcterms:modified>
</cp:coreProperties>
</file>