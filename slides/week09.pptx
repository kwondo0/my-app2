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실습 강화판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86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인증 완성 &amp; 권한(RBAC)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4290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7주차의 로그인 위에 진짜 방어를 쌓습니다 — 심층 방어, role, 소유권, 그리고 Edge Runtime 실전 버그.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웹서버보안프로그래밍 · 정보보호학과 · 중부대학교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3시간, 이렇게 진행합니다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학기 보안 수업의 핵심이 응축된 한 주입니다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3794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78992" y="172821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7주차의 구멍 확인 (10분)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203911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여부와 상관없이 누구나 글을 쓸 수 있던 문제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43230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78992" y="232257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심층 방어 개념 (15분)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" y="26334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라우트 차단 + Server Action 재확인, 왜 두 겹인가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02666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8992" y="291693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Edge Runtime 실전 버그 (25분)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22783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auth.config.ts / auth.ts 분리 — 실제로 겪은 500 에러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62102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78992" y="351129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role 기반 RBAC (20분)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78992" y="382219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User.role, 세션에 role 옮겨 담기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21538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78992" y="410565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소유권 기반 권한 (25분)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78992" y="441655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authorId, "본인 글만 삭제" 로직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80974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78992" y="470001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버튼 숨기기는 보안이 아니다 (20분)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078992" y="501091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canDelete UI 분기 vs 서버 재검사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40410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78992" y="529437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실습 확인 + 배포/제출 (25분)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078992" y="56052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차단, 삭제 권한, admin 승격까지 직접 테스트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7주차의 구멍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여부와 무관하게 누구나 글을 쓸 수 있었습니다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복습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인증(7주차)은 있었지만, 인가는 없었다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"당신은 누구인가"는 확인했지만 "무엇을 할 수 있는가"는 확인하지 않았습니다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7주차까지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상태를 '보여주기'만 함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SiteHeader가 로그인 여부에 따라 다른 버튼을 보여줬지만, /notices/new는 로그인 안 해도 그대로 접속·작성 가능했습니다.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4078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1510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9주차부터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1510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실제로 '막는다'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1510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라우트 자체를 차단하고, 글쓰기·삭제 같은 Server Action 내부에서도 권한을 다시 확인합니다.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7548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실습: 오늘 시작 전에 7주차 프로젝트에서 로그아웃 상태로 /notices/new에 접속해보세요. 여전히 폼이 뜨고 글을 쓸 수 있다면, 그게 오늘 고칠 구멍입니다.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심층 방어 (Defense in Depth)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겹이 뚫려도 다음 겹이 막아야 한다는 원칙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원칙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방어를 한 곳에만 두면 안 되나요?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만들 앱은 최소 두 겹의 방어를 갖습니다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1겹 — 라우트 차단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proxy.ts가 /notices/new 진입 자체를 로그인 여부로 막음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140964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378708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79876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79876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2겹 — Server Action 재확인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79876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createNoticeAction/deleteNoticeAction이 세션을 다시 확인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71032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08776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9944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409944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만약 1겹이 뚫리면?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409944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matcher 설정 실수, 우회 경로 등으로 라우트 차단이 무력화될 수 있음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801100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038844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40012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240012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그래도 2겹이 막음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240012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내부 검사는 우회할 방법이 없음 — 실제 데이터 변경 지점이므로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16052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CFDF5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3434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원칙은 이 과목 전체를 관통합니다 — 12~14주차 OWASP 실습에서도 계속 등장할 개념이니 지금 확실히 이해해두세요.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Runtime 실전 버그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강의자료 준비 중 실제로 겪은 500 에러와 해결 과정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사건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auth.ts를 미들웨어에 그대로 썼더니 500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정적 타입 검사(tsc)나 린트로는 잡히지 않는 종류의 버그였습니다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/notices/new  →  500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⨯ Error: A Node.js API is used (process.getBuiltinModule)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which is not supported in the Edge Runtime.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8404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문제는 tsc --noEmit이나 eslint를 아무리 돌려도 안 잡힙니다 — 실제로 next dev를 부팅해서 그 경로에 요청을 보내봐야만 드러납니다. 6주차부터 강조해온 '서버를 실제로 띄워서 확인한다'는 습관이 여기서도 통했습니다.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미들웨어는 Edge Runtime에서 실행됩니다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bcryptjs와 mongoose는 Node.js 전용 API를 씁니다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51960"/>
                <a:gridCol w="425196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Node.js 런타임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어디서 실행되나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일반 페이지, Server Action, Route Handler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미들웨어(proxy.ts), 일부 배포 환경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할 수 있는 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파일시스템, DB 커넥션, 무거운 연산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가볍고 빠른 요청 판단(리다이렉트 등)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bcryptjs/mongoose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정상 동작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동작 안 함 (Node.js 전용 API 사용)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43484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46177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Runtime은 전 세계 여러 위치에서 아주 빠르게 실행되도록 설계된, 기능이 제한된 실행 환경입니다 — '가볍고 빠른 판단' 용도로만 쓰세요.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해결책: 설정을 둘로 쪼갠다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auth.config.ts(가벼움) + auth.ts(무거움, auth.config.ts를 확장)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auth.config.ts (신규)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Edge에서도 안전한 최소 설정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providers: [] — 로그인 로직 없음. authorized 콜백으로 '이 경로에 들어가도 되는가'만 판단.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4078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1510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auth.ts (변경)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1510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전용, 완전한 설정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1510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auth.config.ts를 ...authConfig로 확장 + Credentials Provider(bcrypt, mongoose 사용) 추가.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3012948" cy="292608"/>
          </a:xfrm>
          <a:prstGeom prst="roundRect">
            <a:avLst>
              <a:gd name="adj" fmla="val 50000"/>
            </a:avLst>
          </a:prstGeom>
          <a:solidFill>
            <a:srgbClr val="E6FF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572000"/>
            <a:ext cx="30129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Component/Action에서만 import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auth.config.ts — 딱 필요한 만큼만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providers는 비워두고, 라우트 판단 콜백만 둡니다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authConfig = {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pages: { signIn: "/login" },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callbacks: {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authorized({ auth, request: { nextUrl } }) {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const isLoggedIn = !!auth?.user;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const isProtectedRoute = nextUrl.pathname.startsWith("/notices/new");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(isProtectedRoute) return isLoggedIn;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true;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providers: [],   // ← 여기가 비어있다는 게 핵심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satisfies NextAuthConfig;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auth.ts — authConfig를 확장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스프레드 문법(...)으로 가벼운 설정 위에 무거운 로직을 얹습니다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{ handlers, auth, signIn, signOut } = NextAuth({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...authConfig,   // pages, providers:[] 등을 그대로 상속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providers: [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Credentials({ /* bcrypt.compare 등 Node.js 전용 로직 */ }),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callbacks: {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...authConfig.callbacks,   // authorized 콜백 유지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async jwt({ token, user }) { /* role을 토큰에 옮김 */ },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async session({ session, token }) { /* role을 세션에 옮김 */ },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proxy.ts — 파일명이 바뀌었습니다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16부터 middleware.ts → proxy.ts (기능은 동일)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NextAuth from "next-auth";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authConfig } from "./auth.config";   // auth.ts 아님에 주목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{ auth } = NextAuth(authConfig);   // 가벼운 설정만으로 별도 인스턴스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auth;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config =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matcher: ["/notices/new"],   // 이 경로에서만 미들웨어 실행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기반 RBAC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단순한 형태 — user와 admin, 두 가지 역할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models/User.ts — role 필드 추가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기본값은 항상 "user" — admin은 셀프서비스로 될 수 없습니다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role: { type: String, enum: ["user", "admin"], default: "user" },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10896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29184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"admin으로 승격하기" 버튼을 안 만들었나요?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버튼 자체가 공격 표면(attack surface)이 되기 때문입니다. 승격 로직에 아주 사소한 실수 하나만 있어도 아무나 관리자가 될 수 있습니다. 지금은 MongoDB Atlas 대시보드에서 직접 문서를 수정하는 방법으로만 admin이 될 수 있습니다 — 공격 표면 자체를 없애는 것도 보안 설계의 일부입니다.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types/next-auth.d.ts — 타입 확장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Auth.js 기본 타입에는 id, role이 없어서 직접 추가해줍니다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declare module "next-auth" {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interface Session {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user: { id: string; role: "user" | "admin" } &amp; DefaultSession["user"];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interface User {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role?: "user" | "admin";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declare module "next-auth/jwt" {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interface JWT { id?: string; role?: "user" | "admin"; }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role을 jwt → session으로 옮기는 흐름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authorize()의 반환값은 로그인 순간에만 존재 — 어딘가에 저장해둬야 재사용됩니다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authorize() 반환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 id, name, email, role } — 로그인 성공 시 한 번만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140964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378708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79876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79876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콜백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79876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token.role = user.role — 토큰(쿠키)에 옮겨 담아 영속화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71032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08776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9944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409944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콜백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409944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session.user.role = token.role — 화면 코드가 쓰는 자리로 복사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801100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038844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40012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240012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이후 모든 요청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240012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auth() 호출 시 session.user.role을 바로 읽을 수 있음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16052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CFDF5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34340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매번 DB를 다시 조회하지 않나요? — JWT 세션 전략의 장점입니다. role이 토큰에 이미 들어있어서, 매 요청마다 User 컬렉션을 다시 조회할 필요가 없습니다 (대신 role이 바뀌면 재로그인 전까지 반영이 안 되는 트레이드오프가 있습니다).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소유권 기반 권한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"관리자인가"와 "이 글의 주인인가"는 다른 축의 질문입니다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role만으로는 부족한 이유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user도 '자기 글'은 지울 수 있어야 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931920"/>
                <a:gridCol w="3931920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isOwner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삭제 가능?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(본인 글)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가능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(남의 글)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불가능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또는 false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항상 가능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4572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표의 각 행이 바로 코드에서 확인해야 할 조건들입니다 — role 하나만 봐서는 이 표를 재현할 수 없습니다.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models/Notice.ts — author를 authorId로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자유 입력 텍스트였던 author를 User 참조(authorId)로 교체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3291840"/>
          </a:xfrm>
          <a:prstGeom prst="roundRect">
            <a:avLst>
              <a:gd name="adj" fmla="val 2222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noticeSchema = new Schema(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title: { type: String, required: true, trim: true },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content: { type: String, required: true },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authorId: { type: Schema.Types.ObjectId, ref: "User", required: true },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authorName: { type: String, required: true, trim: true },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timestamps: true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3035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텍스트가 아니라 ObjectId 참조인가? — "이 글의 주인이 나인가"를 정확히 비교하려면, 이름(중복 가능)이 아니라 고유한 id가 필요합니다.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createNoticeAction — authorId는 폼이 아니라 세션에서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이게 핵심입니다 — 폼 값을 믿으면 다른 사람 이름으로 글을 쓸 수 있습니다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createNoticeAction(formData: FormData) {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session = await auth();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(!session?.user) { redirect("/login"); }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title = ...; const content = ...;   // 폼에서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notice = await createNotice({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title, content,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authorId: session.user.id,      // 폼이 아니라 세션에서!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authorName: session.user.name ?? "이름 없음",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— 이번 주의 핵심 코드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deleteNoticeAction — 소유권 + role 둘 다 확인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isOwner와 isAdmin, 둘 중 하나라도 true여야 삭제 허용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deleteNoticeAction(formData: FormData) {</a:t>
            </a:r>
            <a:endParaRPr lang="en-US" sz="10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id = String(formData.get("id") ?? "");</a:t>
            </a:r>
            <a:endParaRPr lang="en-US" sz="10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session = await auth();</a:t>
            </a:r>
            <a:endParaRPr lang="en-US" sz="10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(!session?.user) { redirect("/login"); }</a:t>
            </a:r>
            <a:endParaRPr lang="en-US" sz="10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notice = await getNotice(id);</a:t>
            </a:r>
            <a:endParaRPr lang="en-US" sz="10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(!notice) throw new Error("존재하지 않는 게시글입니다.");</a:t>
            </a:r>
            <a:endParaRPr lang="en-US" sz="10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isOwner = notice.authorId === session.user.id;</a:t>
            </a:r>
            <a:endParaRPr lang="en-US" sz="10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isAdmin = session.user.role === "admin";</a:t>
            </a:r>
            <a:endParaRPr lang="en-US" sz="10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(!isOwner &amp;&amp; !isAdmin) throw new Error("삭제 권한이 없습니다.");</a:t>
            </a:r>
            <a:endParaRPr lang="en-US" sz="10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deleteNotice(id);</a:t>
            </a:r>
            <a:endParaRPr lang="en-US" sz="10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"버튼을 숨기는 것은 보안이 아니다"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실습으로 직접 확인합니다 — 12~14주차 OWASP 실습의 예고편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[id]/page.tsx — canDelete는 UX일 뿐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분기는 화면을 예쁘게 보여주는 용도이지, 진짜 방어가 아닙니다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session = await auth();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canDelete =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!!session?.user &amp;&amp;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(session.user.id === notice.authorId || session.user.role === "admin");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{canDelete &amp;&amp; (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&lt;form action={deleteNoticeAction}&gt;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&lt;input type="hidden" name="id" value={notice.id} /&gt;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&lt;SubmitButton label="삭제" /&gt;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&lt;/form&gt;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)}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UI 분기만으로는 안전하지 않은가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브라우저 개발자 도구는 사용자가 완전히 통제합니다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canDelete가 false라서 버튼이 안 보이는 것과, 요청을 못 보내는 것은 다릅니다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남의 글 페이지 열기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삭제 버튼이 안 보임 (canDelete === false)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140964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378708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79876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79876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개발자 도구 콘솔 열기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79876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공격자는 여기서 임의로 fetch/폼 제출을 만들어낼 수 있음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71032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08776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9944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409944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deleteNoticeAction을 직접 호출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409944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브라우저 화면과 무관하게 서버에 요청을 보낼 수 있음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801100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038844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40012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240012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서버가 진짜로 막아야 함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240012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isOwner/isAdmin 검사가 여기서 요청을 거부 — 최후의 방어선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16052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3434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12~14주차 OWASP 실습에서 다룰 IDOR(Insecure Direct Object Reference) 취약점이 정확히 이 문제입니다 — 지금 이 개념을 확실히 이해해두면 그때 훨씬 수월합니다.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실습: 전체 시나리오 확인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차단, 삭제 권한, admin 승격까지 직접 눈으로 확인합니다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4가지 시나리오를 순서대로 테스트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단계에서 '왜 이렇게 동작하는지'를 코드와 연결해 생각해보세요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로그아웃 상태로 /notices/new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proxy.ts가 /login으로 리다이렉트하는지 확인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140964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378708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79876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79876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로그인 후 글 작성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79876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목록에 내 이름(authorName)으로 표시되는지 확인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71032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08776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9944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409944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내 글 vs 남의 글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409944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글에서만 삭제 버튼이 보이는지 확인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801100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038844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40012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240012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Atlas에서 role을 admin으로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240012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재로그인 후 모든 글에 삭제 버튼이 보이는지 확인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206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3번 확인 시 계정 두 개(또는 시크릿 모드 창)로 각각 로그인해서 서로의 글을 봐야 제대로 테스트됩니다.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자주 만나는 에러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주는 파일이 여러 개로 쪼개져서 import 실수가 잦습니다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023360"/>
                <a:gridCol w="384048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증상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원인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해결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/notices/new에서 500 에러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proxy.ts에서 @/auth를 import함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auth.config.ts만 import하도록 수정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로그아웃해도 /notices/new 접속됨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matcher 경로 오타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config.matcher: ["/notices/new"] 정확히 확인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role이 항상 user로만 나옴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jwt/session 콜백에서 role 누락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auth.ts의 jwt·session 콜백 코드 재확인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남의 글도 삭제 버튼이 보임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authorId 비교 시 타입 불일치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String(session.user.id) === String(notice.authorId) 형태로 비교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admin으로 바꿨는데 반영 안 됨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JWT는 로그인 시점에 role을 굳힘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Atlas에서 role 변경 후 반드시 재로그인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&amp; 제출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환경변수는 7주차와 동일 — 새로 추가되는 건 없습니다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 — 복습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→ Vercel → submissions-2026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후에는 실제 계정으로 시나리오 4가지를 다시 한번 확인하세요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1645920"/>
          </a:xfrm>
          <a:prstGeom prst="roundRect">
            <a:avLst>
              <a:gd name="adj" fmla="val 4444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status   # .env.local 목록에 없는지 확인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. &amp;&amp; git commit -m "week09: RBAC + 소유권 기반 삭제 권한"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push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840480"/>
            <a:ext cx="5404104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40050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4407408"/>
            <a:ext cx="5001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submissions-2026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4754880"/>
            <a:ext cx="5001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week09/학번.json 로 PR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971032" y="3840480"/>
            <a:ext cx="21945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208776" y="3840480"/>
            <a:ext cx="5404104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9944" y="40050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09944" y="4407408"/>
            <a:ext cx="5001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repo_url · commit_sha · deploy_url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409944" y="4754880"/>
            <a:ext cx="5001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사이트에서 실제로 삭제 권한 분기를 확인한 뒤 제출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· 인증 완성 &amp; 권한(RBAC)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실습 체크리스트 (과제 #6)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4개를 모두 마쳐야 오늘 과제가 완료된 것입니다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3911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039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1975104"/>
            <a:ext cx="10561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로그아웃 상태로 /notices/new 접속 → 로그인 페이지로 자동 리다이렉트 확인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81635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8163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752344"/>
            <a:ext cx="10561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본인 글 삭제 + 남의 글 삭제 버튼 미노출 확인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59359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935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529584"/>
            <a:ext cx="10561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Atlas에서 본인 계정을 role: "admin"으로 변경 → 모든 글 삭제 가능 확인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37083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370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306824"/>
            <a:ext cx="10561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레포에 push(.env.local 제외) → Vercel 배포 → submissions-2026에 PR 제출</a:t>
            </a:r>
            <a:endParaRPr lang="en-US" sz="13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주 안내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10주차 · 고급 예제 — 쇼핑몰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배운 인증·인가 패턴 위에, 더 복잡한 도메인(쇼핑몰)으로 난이도를 올립니다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4495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34155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0449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980944"/>
            <a:ext cx="964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과제 #6 — 오늘 만든 코드 + Vercel 배포 링크를 submissions-2026에 제출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59359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34155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5935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529584"/>
            <a:ext cx="964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심층 방어·소유권·RBAC 개념은 12~14주차 OWASP 실습에서 다시 등장합니다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웹서버보안프로그래밍 · 정보보호학과 · 중부대학교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2026-09-01T07:23:17Z</dcterms:created>
  <dcterms:modified xsi:type="dcterms:W3CDTF">2026-09-01T07:23:17Z</dcterms:modified>
</cp:coreProperties>
</file>