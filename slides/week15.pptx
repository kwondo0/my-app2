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06B6D4">
              <a:alpha val="2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68470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31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발표 &amp; 총정리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학기 동안 만든 것을 돌아보고, 팀 프로젝트로 마무리합니다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· 기말고사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실습 코드 없음 — 1~14주차 결과물로 평가합니다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정보보호학과  ·  중부대학교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진행 방식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시험지를 푸는 형태가 아니라, 지금까지의 결과물로 평가합니다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· 최종 발표 &amp; 총정리 (기말고사)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84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프로젝트 최종 데모 + 발표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208483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8주차 기획서를 바탕으로 9~14주차에 구현한 서비스를 라이브 데모 (비중 大)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2753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사이트 완성본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313639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1~14주차 과제 링크 모음 + 자기소개, Vercel 최종 배포 (개인)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32694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87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기여도 보고서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51960" y="418795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프로젝트에서 본인이 작성한 코드를 커밋 링크와 함께 정리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프로젝트, 최소 이건 있어야 합니다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8주차 기획서 → 9~14주차 구현 → 15주차 데모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· 최종 발표 &amp; 총정리 (기말고사)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95628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691" y="255922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게시판형 CRUD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목록·상세·작성·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(5~9주차 패턴)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118104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319272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74820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883" y="255922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9272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인증 / RBAC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10712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Auth.js 기반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+ 권한 구분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797296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5998464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54012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075" y="2559223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998464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보안 방어 3종+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089904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 취약점 중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3종 방어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476488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8677656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633204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9267" y="2559223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677656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실제 배포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769096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등에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배포된 URL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평가에서 특히 보는 것 — 12~14주차 보안 유닛 연계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"기능이 동작하는가"뿐 아니라 "안전하게 동작하는가"까지 봅니다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· 최종 발표 &amp; 총정리 (기말고사)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84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 취약점 중 3종 이상 방어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208483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어떻게 막았는지 (또는 왜 해당 위협이 없는지) 코드와 함께 설명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DC2626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2753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시크릿이 레포에 커밋되지 않았는지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313639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.env.local, API 키, DB 접속 정보 등 (12~13주차 핵심 교훈)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32694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87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인증이 필요한 페이지의 인가 검사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51960" y="418795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"로그인했는지"뿐 아니라 "그 사람 것인지"까지 (11·13주차 IDOR 패턴)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학기 되짚어보기 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1~9주차 — 테크스택부터 인증/RBAC까지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· 최종 발표 &amp; 총정리 (기말고사)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84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1~4주차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208483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개발 전체 그림, Next.js/React/TypeScript/Tailwind/MongoDB/Auth.js 테크스택, File-based Routing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2753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5~9주차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313639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공지사항 게시판을 in-memory → MongoDB → Auth.js 인증 → RBAC/심층방어까지 단계적으로 발전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학기 되짚어보기 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10~14주차 — 쇼핑몰 실전 구현부터 보안 실습까지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· 최종 발표 &amp; 총정리 (기말고사)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84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10~11주차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208483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쇼핑몰(카탈로그, 쿠키 장바구니, 주문, 재고 원자적 처리, 가격 스냅샷)로 실전 규모 기능 구현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2753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12~14주차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313639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OWASP 5종 취약점을 직접 만들고 직접 고치며, "정적 분석은 보안을 보장하지 않는다"는 것을 체감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12~14주차 5종 취약점, 마지막 총정리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다섯 가지는 여러분의 팀 프로젝트에도 그대로 적용됩니다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· 최종 발표 &amp; 총정리 (기말고사)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942186" cy="3383280"/>
          </a:xfrm>
          <a:prstGeom prst="roundRect">
            <a:avLst>
              <a:gd name="adj" fmla="val 470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7709" y="233172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772" y="246778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108960"/>
            <a:ext cx="1942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520440"/>
            <a:ext cx="175930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입력을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이스케이프 없이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렌더링하지 않기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783434" y="2011680"/>
            <a:ext cx="1942186" cy="3383280"/>
          </a:xfrm>
          <a:prstGeom prst="roundRect">
            <a:avLst>
              <a:gd name="adj" fmla="val 470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1062" y="233172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125" y="246778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83434" y="3108960"/>
            <a:ext cx="1942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시크릿 관리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874874" y="3520440"/>
            <a:ext cx="175930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하드코딩 폴백 대신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fail-fast, 커밋 금지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926787" y="2011680"/>
            <a:ext cx="1942186" cy="3383280"/>
          </a:xfrm>
          <a:prstGeom prst="roundRect">
            <a:avLst>
              <a:gd name="adj" fmla="val 470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614416" y="233172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479" y="2467783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26787" y="3108960"/>
            <a:ext cx="1942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NoSQL Injection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18227" y="3520440"/>
            <a:ext cx="175930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검증 +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정규식 이스케이프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070141" y="2011680"/>
            <a:ext cx="1942186" cy="3383280"/>
          </a:xfrm>
          <a:prstGeom prst="roundRect">
            <a:avLst>
              <a:gd name="adj" fmla="val 470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57770" y="233172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3832" y="2467783"/>
            <a:ext cx="294803" cy="29480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70141" y="3108960"/>
            <a:ext cx="1942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IDOR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161581" y="3520440"/>
            <a:ext cx="175930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여부 아닌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소유권까지 확인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9213494" y="2011680"/>
            <a:ext cx="1942186" cy="3383280"/>
          </a:xfrm>
          <a:prstGeom prst="roundRect">
            <a:avLst>
              <a:gd name="adj" fmla="val 470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901123" y="233172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7186" y="2467783"/>
            <a:ext cx="294803" cy="29480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213494" y="3108960"/>
            <a:ext cx="1942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Limiting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9304934" y="3520440"/>
            <a:ext cx="175930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 횟수 제한 +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헤더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&amp; 제출 방법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· 최종 발표 &amp; 총정리 (기말고사)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128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084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팀 레포 push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06240" y="20848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team-&lt;팀명&gt; 레포에 최종 코드 + README에 배포 URL, 담당 역할 표 포함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21868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0906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발표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206240" y="30906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팀당 8분 데모 + 발표, 5분 질의응답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22452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0965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개인 제출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206240" y="409651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사이트 배포 URL + 기여도 보고서(A4 1장)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23036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5102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최종 점검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206240" y="510235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assignments-&lt;학번&gt;/ 레포에 1~14주차 과제가 모두 커밋되어 있는지 확인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비중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학기 전체 기준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· 최종 발표 &amp; 총정리 (기말고사)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423160" cy="192024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060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2377440"/>
            <a:ext cx="2423160" cy="192024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6060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20440" y="34747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(#1~11)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2377440"/>
            <a:ext cx="2423160" cy="192024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6060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17920" y="34747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중간고사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(8주차 팀 기획)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732520" y="2377440"/>
            <a:ext cx="2423160" cy="192024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8915400" y="26060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915400" y="34747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기말고사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(15주차 최종 발표)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846320"/>
            <a:ext cx="347472" cy="347472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473" y="4929713"/>
            <a:ext cx="180685" cy="18068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16152" y="48280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096512" y="4828032"/>
            <a:ext cx="7059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학기 동안 실제로 동작하는 서비스를 만들고, 그 서비스를 직접 공격해보고 고쳐본 경험은 앞으로도 계속 남습니다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06B6D4">
              <a:alpha val="2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68470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학기 수고하셨습니다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3063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웹서버보안프로그래밍 — 기능을 만드는 것과, 안전하게 만드는 것은 다른 기술입니다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931920"/>
            <a:ext cx="384048" cy="384048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52" y="4024092"/>
            <a:ext cx="199705" cy="1997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39502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프로젝트 데모 + 포트폴리오 + 기여도 보고서 제출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4526280"/>
            <a:ext cx="384048" cy="384048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4618452"/>
            <a:ext cx="199705" cy="1997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45445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assignments-&lt;학번&gt;/, team-&lt;팀명&gt;/ 레포 최종 점검 후 제출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4008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웹서버보안프로그래밍  ·  정보보호학과  ·  중부대학교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2026-08-19T11:46:54Z</dcterms:created>
  <dcterms:modified xsi:type="dcterms:W3CDTF">2026-08-19T11:46:54Z</dcterms:modified>
</cp:coreProperties>
</file>