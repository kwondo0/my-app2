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실습 강화판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 예제 I — 쇼핑몰 착수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만든 인증·DB 인프라를 재사용해 새 도메인(쇼핑몰)을 쌓습니다. 오늘의 주인공은 장바구니 쿠키.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웹서버보안프로그래밍 · 정보보호학과 ·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3시간, 이렇게 진행합니다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auth.ts, lib/mongodb.ts는 그대로 재사용 — 새로 만드는 건 상품·장바구니뿐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379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17282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재사용 vs 새로 만들기 (10분)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039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9주차 인프라 위에 새 도메인을 얹는다는 것의 의미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3230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23225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상품 카탈로그: Product 모델 (25분)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6334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in-memory → 진짜 MongoDB 컬렉션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8992" y="29169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장바구니 저장 위치 설계 (20분)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2278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쿠키 vs localStorage vs DB — 왜 쿠키인가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78992" y="35112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lib/cart.ts — httpOnly 쿠키 (30분)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8221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가격은 절대 쿠키에 담지 않는다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78992" y="410565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Server Action의 재검증 (30분)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44165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수량을 그대로 믿지 않고 재고로 다시 clamp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097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78992" y="47000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상품 목록/상세 + 장바구니 페이지 (25분)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50109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담기 → 수량변경 → 삭제 흐름 연결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40410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78992" y="5294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실습 확인 + 배포/제출 (20분)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56052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품절 처리, 과다 수량 clamp 직접 테스트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vs 새로 만들기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프로젝트를 처음부터 만드는 게 아닙니다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관점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9주차 인프라에서 그대로 가져오는 것 / 새로 만드는 것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실무에서도 새 기능을 만들 때 이 판단을 매번 하게 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그대로 재사용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511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인증, DB 연결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29260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auth.ts / auth.config.ts / proxy.ts, lib/mongodb.ts — 로그인 로직과 연결 캐싱은 도메인이 바뀌어도 똑같이 필요합니다.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1772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 작성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511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카탈로그, 장바구니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008376"/>
            <a:ext cx="29260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models/Product.ts, lib/products.ts, lib/cart.ts — 쇼핑몰이라는 새 도메인만의 데이터와 로직.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그대로 유지(비교용)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5511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/notices 게시판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008376"/>
            <a:ext cx="29260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삭제하지 않고 남겨둡니다 — 같은 프로젝트 안에서 두 도메인의 패턴을 비교해볼 수 있습니다.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"재사용은 좋지만, 재검토도 필요합니다" — 인증 인프라를 그대로 가져왔다고 새 도메인의 보안 요구사항까지 자동으로 충족되는 건 아닙니다. 오늘 이 원칙을 장바구니에 적용해봅니다.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카탈로그: Product 모델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in-memory 배열을 진짜 컬렉션으로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models/Product.ts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업로드는 과목 범위 밖 — 이모지 하나로 상품을 표시합니다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productSchema = new Schema(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{ type: String, required: true, trim: true },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description: { type: String, required: true },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price: { type: Number, required: true, min: 0 },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emoji: { type: String, required: true },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stock: { type: Number, required: true, min: 0, default: 0 },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timestamps: true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lib/products.ts — 공지사항과 다른 점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상품은 '운영자가 채우는 데이터'라서 9주차와 반대로 자동 시드가 다시 등장합니다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90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공지사항 (9주차)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상품 (10주차)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누가 만드는 데이터인가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로그인한 사용자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운영자(관리자)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 시드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9주차에서 제거함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다시 사용함 (seedIfEmpty)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작성자 확인 필요?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필요 (authorId)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불필요 — 상품에는 작성자가 없음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실습이라 자동 시드를 쓰지만, 실제 서비스라면 관리자 도구나 별도 시드 스크립트가 이 역할을 대신합니다.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getProduct(id) — null을 반환하는 이유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9주차 getNotice와 같은 패턴 — 조작된 URL에도 서버가 죽지 않게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getProduct(id: string): Promise&lt;Product | null&gt;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connectDB();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doc = await ProductModel.findById(id).lean&lt;ProductDoc | null&gt;();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doc ? toProduct(doc) : null;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   // 형식이 잘못된 id(조작된 URL)도 동일하게 처리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getProductsByIds(ids: string[]): Promise&lt;Product[]&gt;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장바구니 페이지에서 여러 상품을 한 번에 조회할 때 사용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장바구니, 어디에 저장할까?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쿠키 vs localStorage vs DB — 오늘의 설계 대안 비교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대안 비교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세션(DB)이 아니라 쿠키인가?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중요한 요구사항: 로그인 안 해도 장바구니가 동작해야 함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743200"/>
                <a:gridCol w="24688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 위치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비로그인 지원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서버에서 읽기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구현 난이도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localStorage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불가능 (클라이언트 전용)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쉬움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세션/DB (userId 기준)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어려움 (계정 필요)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복잡 (익명 세션 관리 필요)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쿠키 (오늘 선택)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 (Server Component에서도)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적당함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480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localStorage는 Server Component(app/cart/page.tsx)에서 직접 읽을 수 없다는 게 결정적입니다 — 서버에서 재고/가격을 다시 조회하려면 서버가 장바구니 내용을 알아야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≠ "서버가 안 믿어도 됨"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9주차의 "클라이언트 값은 못 믿는다" 원칙이 쿠키에도 그대로 적용됩니다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httpOnly가 막는 것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자바스크립트의 접근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document.cookie로 읽거나 조작할 수 없게 합니다 — XSS 공격으로 쿠키를 훔치는 것을 어렵게 만듭니다.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078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1510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httpOnly가 막지 못하는 것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1510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개발자 도구의 직접 편집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1510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탭에서 쿠키 값을 직접 바꾸는 것은 여전히 가능합니다 — 결국 클라이언트가 들고 있는 값이라는 사실은 변하지 않습니다.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쿠키에는 productId·qty만 담고, 가격은 절대 담지 않습니다 — 매번 서버에서 최신 가격을 다시 조회합니다. 이게 오늘 실습의 핵심 원칙입니다.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lib/cart.ts — httpOnly 쿠키 장바구니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productId와 qty만, 가격은 절대 담지 않습니다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readCart() — 조작된 쿠키에도 안전하게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JSON.parse 실패, 배열이 아닌 값, 이상한 타입 모두 방어합니다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readCart(): Promise&lt;CartLine[]&gt;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store = await cookies();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raw = store.get(CART_COOKIE)?.value;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(!raw) return [];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parsed = JSON.parse(raw);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(!Array.isArray(parsed)) return [];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parsed.filter(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(line) =&gt; typeof line?.productId === "string" &amp;&amp; typeof line?.qty === "number" &amp;&amp; line.qty &gt; 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[];   // 조작되어 파싱 실패해도 에러 대신 빈 장바구니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writeCart() — 쿠키 옵션 확인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httpOnly, sameSite, maxAge — 각각의 의미를 짚어봅니다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store.set(CART_COOKIE, JSON.stringify(lines),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httpOnly: true,     // 브라우저 JS에서 document.cookie로 접근 불가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sameSite: "lax",    // 다른 사이트에서의 요청에는 쿠키를 안 보냄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"/",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maxAge: CART_MAX_AGE,   // 30일 후 자동 만료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53721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37083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sameSite: lax란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0001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공격 방어의 일부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157216"/>
            <a:ext cx="48234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사이트에 있는 악성 링크나 폼이 내 사이트로 요청을 보내도, 브라우저가 쿠키를 함께 보내지 않게 막아줍니다.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4114800"/>
            <a:ext cx="53721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15100" y="437083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30일인가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15100" y="470001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장바구니는 오래 유지되는 게 UX상 좋음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15100" y="5157216"/>
            <a:ext cx="48234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세션(AUTH_SECRET 기반 JWT)과는 목적이 다른 쿠키라 만료 기간도 따로 정합니다.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addToCart / updateCartQty / removeFromCart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 5개 모두 '읽기 → 배열 조작 → 다시 쓰기'라는 같은 패턴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addToCart(productId: string, qty: number)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lines = await readCart();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existing = lines.find((l) =&gt; l.productId === productId);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(existing) { existing.qty += qty; } else { lines.push({ productId, qty }); }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writeCart(lines);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updateCartQty(productId: string, qty: number)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next = qty &lt;= 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lines.filter((l) =&gt; l.productId !== productId)   // 0 이하면 삭제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lines.map((l) =&gt; (l.productId === productId ? { ...l, qty } : l));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writeCart(next);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Action의 재검증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폼에서 온 수량을 그대로 믿지 않습니다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이번 주 핵심 코드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addToCartAction — 재고로 다시 clamp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수량 입력창에 999999를 넣어도 실제로는 재고만큼만 담깁니다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addToCartAction(formData: FormData) {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productId = String(formData.get("productId") ?? "");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requestedQty = Math.max(1, Number(formData.get("qty") ?? 1) || 1);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product = await getProduct(productId);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(!product || product.stock === 0) throw new Error("담을 수 없는 상품입니다.");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qty = Math.min(requestedQty, product.stock);   // ← 재검증 핵심 한 줄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addToCart(productId, qty);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revalidatePath("/", "layout");   // SiteHeader 배지도 함께 갱신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REVALIDATEPATH에 "LAYOUT"이 붙나요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레이아웃 전체를 다시 그려야 하는 이유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 개수 배지가 모든 페이지의 SiteHeader에 있기 때문입니다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3288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복습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revalidatePath("/notices") — 특정 경로만 다시 그림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084320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22064" y="196596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3232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23232" y="253288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다른 점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23232" y="288036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SiteHeader는 layout.tsx 안에 있어서 모든 페이지에 걸쳐 있음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857744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95488" y="196596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6656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96656" y="253288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96656" y="288036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revalidatePath("/", "layout") — 루트 레이아웃 전체를 다시 그림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160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이걸 안 하면: /products에서 담기를 눌렀을 때 그 페이지는 잘 갱신되지만, 헤더의 장바구니 개수 배지는 페이지를 새로고침하기 전까지 그대로 남아있게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목록 · 상세 · 장바구니 페이지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만든 함수들을 화면에 연결합니다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app/products/page.tsx — 목록 + 담기 버튼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상품 줄마다 독립된 &amp;lt;form&amp;gt;이 있다는 점에 주목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{products.map((p) =&gt; (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 key={p.id}&gt;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{/* 상품 정보 ... */}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&lt;form action={addToCartAction}&gt;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type="hidden" name="productId" value={p.id} /&gt;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type="hidden" name="qty" value={1} /&gt;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disabled={p.stock === 0}&gt;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{p.stock === 0 ? "품절" : "담기"}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&lt;/form&gt;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&lt;/li&gt;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app/products/[id]/page.tsx — 수량 입력 UI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min/max는 사용자 편의용 UI일 뿐 — 진짜 방어는 addToCartAction 안에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name="qty" type="number"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min={1}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max={Math.max(product.stock, 1)}   // 브라우저 UI 힌트일 뿐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defaultValue={1}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disabled={product.stock === 0}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2976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브라우저의 min/max는 사용자가 개발자 도구로 얼마든지 지울 수 있는 '제안'일 뿐입니다. 그래서 [id]/page.tsx 하단에도 "폼에 적은 수량은 그대로 저장되지 않습니다"라는 안내를 명시적으로 넣어뒀습니다.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app/cart/page.tsx — 최신 가격을 다시 조회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쿠키의 productId로 getProductsByIds를 호출해 가격/재고를 합칩니다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lines = await getCartLines();   // 쿠키에서 { productId, qty }[]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products = await getProductsByIds(lines.map((l) =&gt; l.productId));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 = lines.map((line) =&gt;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product = products.find((p) =&gt; p.id === line.productId);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product ? { ...line, product } : null;   // 삭제된 상품은 자동 제외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}).filter(Boolean);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items.reduce((sum, item) =&gt; sum + item.product.price * item.qty, 0);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미리보기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"결제하기" 버튼은 왜 비활성화 상태인가요?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11주차에서 주문(결제) 기능을 완성합니다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type="button"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disabled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title="결제/주문 생성은 11주차에서 완성합니다"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결제하기 (11주차 예정)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3434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11주차 예고: 주문을 만들 때는 "이 주문이 진짜 내 주문인가"(9주차의 소유권 개념)를 다시 확인해야 합니다 — 재사용한 인프라 위에 또 새로운 보안 검토가 필요한 지점입니다.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확인 + 트러블슈팅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품절, 과다 수량, 비로그인 상태를 직접 테스트합니다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4가지 시나리오 테스트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시나리오가 어떤 코드로 방어되는지 짝지어 생각해보세요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로그아웃 상태로 담기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장바구니가 그대로 동작하는지 (쿠키 기반이므로 로그인 불필요)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40964" y="196596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78708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9876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79876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재고보다 많이 입력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79876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페이지에서 999 입력 → 실제로는 재고만큼만 담기는지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71032" y="196596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8776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Atlas에서 stock: 0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품절 상태에서 담기 버튼이 비활성화되는지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01100" y="196596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38844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0012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40012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수량 변경/삭제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40012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/cart에서 수량을 0으로 바꾸면 자동 삭제되는지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만나는 에러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주는 쿠키 관련 실수가 눈에 잘 안 띄어서 특히 조심해야 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9319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증상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원인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담아도 헤더 배지가 안 바뀜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revalidatePath("/", "layout") 누락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addToCartAction 등 3개 액션 모두 확인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장바구니가 갑자기 비워짐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쿠키 조작/파싱 실패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readCart의 try/catch가 정상 동작 중(의도된 방어)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재고보다 많이 담김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addToCartAction의 Math.min 누락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 = Math.min(requestedQty, product.stock) 확인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/products에서 ENOTFOUND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MONGODB_URI가 placeholder 그대로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.env.local에 실제 Atlas URI로 채우기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장바구니가 다른 브라우저서 다름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쿠키는 브라우저별로 독립적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 동작 — 로그인 세션과 달리 서버 공유 저장소가 아님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&amp; 제출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환경변수는 9주차와 동일 — 새로 추가되는 건 없습니다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— 복습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Vercel → submissions-2026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후 로그아웃 상태로 실제 장바구니 흐름을 한 번 더 확인하세요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   # .env.local 목록에 없는지 확인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 &amp;&amp; git commit -m "week10: 쇼핑몰 착수 — 상품 카탈로그 + 쿠키 장바구니"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0410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4005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440740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submissions-2026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754880"/>
            <a:ext cx="5001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week10/학번.json 로 PR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71032" y="384048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08776" y="3840480"/>
            <a:ext cx="540410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9944" y="4005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440740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repo_url · commit_sha · deploy_url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4754880"/>
            <a:ext cx="5001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품절/과다수량 clamp를 배포 사이트에서도 확인 후 제출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고급 예제 I — 쇼핑몰 착수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 체크리스트 (과제 #7)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4개를 모두 마쳐야 오늘 과제가 완료된 것입니다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39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975104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 상태로 장바구니 담기·수량 변경·삭제 확인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16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752344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상세에서 재고보다 많은 수량 입력해도 재고만큼만 담기는지 확인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529584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Atlas에서 상품 하나를 stock: 0으로 바꿔 품절(담기 비활성화) 확인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370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306824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레포에 push(.env.local 제외) → Vercel 배포 → submissions-2026에 PR 제출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안내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11주차 · 고급 예제 II — 쇼핑몰 완성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장바구니를 실제 주문(Order)으로 바꾸고, 결제하기 버튼을 완성합니다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4495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34155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044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980944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#7 — 오늘 만든 코드 + Vercel 배포 링크를 submissions-2026에 제출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9359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34155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529584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9주차의 소유권 개념을 다시 떠올려보면 11주차가 훨씬 수월합니다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웹서버보안프로그래밍 · 정보보호학과 · 중부대학교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2026-09-01T07:26:23Z</dcterms:created>
  <dcterms:modified xsi:type="dcterms:W3CDTF">2026-09-01T07:26:23Z</dcterms:modified>
</cp:coreProperties>
</file>