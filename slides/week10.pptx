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566928" cy="566928"/>
          </a:xfrm>
          <a:prstGeom prst="ellipse">
            <a:avLst/>
          </a:prstGeom>
          <a:solidFill>
            <a:srgbClr val="06B6D4">
              <a:alpha val="2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6143" y="684703"/>
            <a:ext cx="294803" cy="29480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23317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고급 예제 I: 쇼핑몰 (착수)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2004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9주차까지 배운 인증·인가·MongoDB를 그대로 재사용해 새 도메인을 만듭니다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640080" y="41148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B6D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10주차 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공지사항 게시판과는 별개의 새 트랙 — 인프라는 재사용, 기능은 새로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640080" y="6172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정보보호학과  ·  중부대학교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다룰 내용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133856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11주차에 완성할 쇼핑몰의 절반 — 카탈로그와 장바구니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64739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10주차 · 고급 예제 I: 쇼핑몰 (착수)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502920" cy="502920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0781" y="2223821"/>
            <a:ext cx="261518" cy="26151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208483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상품 카탈로그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251960" y="2084832"/>
            <a:ext cx="6903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4주차 in-memory 샘플을 실제 MongoDB 컬렉션으로 확장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40080" y="3154680"/>
            <a:ext cx="502920" cy="502920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781" y="3275381"/>
            <a:ext cx="261518" cy="26151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371600" y="313639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쿠키 기반 장바구니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4251960" y="3136392"/>
            <a:ext cx="6903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없이도 쓸 수 있어야 하는 장바구니, 왜 쿠키인가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40080" y="4206240"/>
            <a:ext cx="502920" cy="502920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781" y="4326941"/>
            <a:ext cx="261518" cy="26151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371600" y="418795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클라이언트 값은 여전히 못 믿는다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4251960" y="4187952"/>
            <a:ext cx="6903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수량·재고를 서버에서 다시 검증 — 9주차 교훈의 재적용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640080" y="5257800"/>
            <a:ext cx="502920" cy="502920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781" y="5378501"/>
            <a:ext cx="261518" cy="26151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371600" y="52395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가격은 쿠키에 담지 않는다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4251960" y="5239512"/>
            <a:ext cx="6903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 변조를 막는 가장 단순한 설계 원칙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게시판과는 다른 트랙, 그러나 처음부터 만들지는 않습니다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133856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인증·DB 연결 같은 인프라는 그대로 두고, 도메인 코드만 새로 씁니다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64739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10주차 · 고급 예제 I: 쇼핑몰 (착수)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2478024" cy="3291840"/>
          </a:xfrm>
          <a:prstGeom prst="roundRect">
            <a:avLst>
              <a:gd name="adj" fmla="val 369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94A3B8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595628" y="2423160"/>
            <a:ext cx="566928" cy="566928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1691" y="2559223"/>
            <a:ext cx="294803" cy="29480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3200400"/>
            <a:ext cx="2478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그대로 재사용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31520" y="3611880"/>
            <a:ext cx="229514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auth.ts / auth.config.ts / proxy.ts</a:t>
            </a:r>
            <a:endParaRPr lang="en-US" sz="12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로그인, 세션, RBAC 로직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19272" y="2103120"/>
            <a:ext cx="2478024" cy="3291840"/>
          </a:xfrm>
          <a:prstGeom prst="roundRect">
            <a:avLst>
              <a:gd name="adj" fmla="val 369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94A3B8">
                <a:alpha val="2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274820" y="2423160"/>
            <a:ext cx="566928" cy="566928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0883" y="2559223"/>
            <a:ext cx="294803" cy="29480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319272" y="3200400"/>
            <a:ext cx="2478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그대로 재사용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3410712" y="3611880"/>
            <a:ext cx="229514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lib/mongodb.ts</a:t>
            </a:r>
            <a:endParaRPr lang="en-US" sz="12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 캐싱 패턴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5998464" y="2103120"/>
            <a:ext cx="2478024" cy="3291840"/>
          </a:xfrm>
          <a:prstGeom prst="roundRect">
            <a:avLst>
              <a:gd name="adj" fmla="val 369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94A3B8">
                <a:alpha val="2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954012" y="2423160"/>
            <a:ext cx="566928" cy="566928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0075" y="2559223"/>
            <a:ext cx="294803" cy="294803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5998464" y="3200400"/>
            <a:ext cx="2478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 작성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6089904" y="3611880"/>
            <a:ext cx="229514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models/Product.ts</a:t>
            </a:r>
            <a:endParaRPr lang="en-US" sz="12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lib/products.ts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8677656" y="2103120"/>
            <a:ext cx="2478024" cy="3291840"/>
          </a:xfrm>
          <a:prstGeom prst="roundRect">
            <a:avLst>
              <a:gd name="adj" fmla="val 369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94A3B8">
                <a:alpha val="25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633204" y="2423160"/>
            <a:ext cx="566928" cy="566928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69267" y="2559223"/>
            <a:ext cx="294803" cy="294803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677656" y="3200400"/>
            <a:ext cx="2478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 작성</a:t>
            </a:r>
            <a:endParaRPr lang="en-US" sz="1500" dirty="0"/>
          </a:p>
        </p:txBody>
      </p:sp>
      <p:sp>
        <p:nvSpPr>
          <p:cNvPr id="24" name="Text 18"/>
          <p:cNvSpPr/>
          <p:nvPr/>
        </p:nvSpPr>
        <p:spPr>
          <a:xfrm>
            <a:off x="8769096" y="3611880"/>
            <a:ext cx="229514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lib/cart.ts</a:t>
            </a:r>
            <a:endParaRPr lang="en-US" sz="12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app/cart/page.tsx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models/Product.ts — 상품 카탈로그 스키마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133856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 업로드는 과목 범위 밖이라 이모지 하나로 상품을 표시합니다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64739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10주차 · 고급 예제 I: 쇼핑몰 (착수)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10515600" cy="3931920"/>
          </a:xfrm>
          <a:prstGeom prst="roundRect">
            <a:avLst>
              <a:gd name="adj" fmla="val 1860"/>
            </a:avLst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5400000">
              <a:srgbClr val="0F172A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167128"/>
            <a:ext cx="128016" cy="128016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7" name="Shape 5"/>
          <p:cNvSpPr/>
          <p:nvPr/>
        </p:nvSpPr>
        <p:spPr>
          <a:xfrm>
            <a:off x="1152144" y="2167128"/>
            <a:ext cx="128016" cy="12801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8" name="Shape 6"/>
          <p:cNvSpPr/>
          <p:nvPr/>
        </p:nvSpPr>
        <p:spPr>
          <a:xfrm>
            <a:off x="1408176" y="2167128"/>
            <a:ext cx="128016" cy="128016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2093976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models/Product.ts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32688" y="2514600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productSchema = new Schema({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932688" y="2843784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name: { type: String, required: true, trim: true },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932688" y="3172968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description: { type: String, required: true },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932688" y="3502152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price: { type: Number, required: true, min: 0 },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932688" y="3831336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emoji: { type: String, required: true },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932688" y="4160520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stock: { type: Number, required: true, min: 0, default: 0 },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932688" y="4489704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 { timestamps: true })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932688" y="4818888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932688" y="5148072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const Product = models.Product || model("Product", productSchema)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장바구니, 어디에 저장할까요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133856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로그인하지 않은 사람도 장바구니를 쓸 수 있어야 합니다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64739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10주차 · 고급 예제 I: 쇼핑몰 (착수)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6492240" cy="3931920"/>
          </a:xfrm>
          <a:prstGeom prst="roundRect">
            <a:avLst>
              <a:gd name="adj" fmla="val 209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94A3B8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286000"/>
            <a:ext cx="594360" cy="594360"/>
          </a:xfrm>
          <a:prstGeom prst="ellipse">
            <a:avLst/>
          </a:prstGeom>
          <a:solidFill>
            <a:srgbClr val="06B6D4">
              <a:alpha val="18000"/>
            </a:srgbClr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2766" y="2428646"/>
            <a:ext cx="309067" cy="30906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91640" y="231343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httpOnly 쿠키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1691640" y="267919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74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주 선택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05840" y="3578352"/>
            <a:ext cx="82296" cy="82296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11" name="Text 8"/>
          <p:cNvSpPr/>
          <p:nvPr/>
        </p:nvSpPr>
        <p:spPr>
          <a:xfrm>
            <a:off x="1234440" y="3200400"/>
            <a:ext cx="557784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여부와 무관하게 동작 — 회원가입을 강제하지 않습니다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1005840" y="4416552"/>
            <a:ext cx="82296" cy="82296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13" name="Text 10"/>
          <p:cNvSpPr/>
          <p:nvPr/>
        </p:nvSpPr>
        <p:spPr>
          <a:xfrm>
            <a:off x="1234440" y="4038600"/>
            <a:ext cx="557784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httpOnly라 브라우저 자바스크립트(devtools 콘솔)에서 직접 읽거나 조작 불가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1005840" y="5254752"/>
            <a:ext cx="82296" cy="82296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15" name="Text 12"/>
          <p:cNvSpPr/>
          <p:nvPr/>
        </p:nvSpPr>
        <p:spPr>
          <a:xfrm>
            <a:off x="1234440" y="4876800"/>
            <a:ext cx="557784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다만 쿠키 자체를 편집하는 건 여전히 가능 — 그래서 수량/재고는 서버에서 다시 검증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7452360" y="1965960"/>
            <a:ext cx="4343400" cy="3931920"/>
          </a:xfrm>
          <a:prstGeom prst="roundRect">
            <a:avLst>
              <a:gd name="adj" fmla="val 209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726680" y="2221992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함께 고려한 대안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726680" y="2651760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localStorage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7726680" y="2944368"/>
            <a:ext cx="3794760" cy="1202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불필요는 같지만, 클라이언트 자바스크립트로 누구나 값을 읽고 바꿀 수 있습니다.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726680" y="4183380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DB에 저장(세션)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7726680" y="4475988"/>
            <a:ext cx="3794760" cy="1202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안전하지만 로그인을 강제하게 됩니다 — 지금 단계에는 과합니다.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lib/cart.ts — 쿠키를 직접 만지지 않고 함수로 감싸기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133856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페이지/액션 코드는 쿠키 형식을 몰라도 됩니다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64739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10주차 · 고급 예제 I: 쇼핑몰 (착수)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10515600" cy="4297680"/>
          </a:xfrm>
          <a:prstGeom prst="roundRect">
            <a:avLst>
              <a:gd name="adj" fmla="val 1702"/>
            </a:avLst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5400000">
              <a:srgbClr val="0F172A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167128"/>
            <a:ext cx="128016" cy="128016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7" name="Shape 5"/>
          <p:cNvSpPr/>
          <p:nvPr/>
        </p:nvSpPr>
        <p:spPr>
          <a:xfrm>
            <a:off x="1152144" y="2167128"/>
            <a:ext cx="128016" cy="12801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8" name="Shape 6"/>
          <p:cNvSpPr/>
          <p:nvPr/>
        </p:nvSpPr>
        <p:spPr>
          <a:xfrm>
            <a:off x="1408176" y="2167128"/>
            <a:ext cx="128016" cy="128016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2093976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lib/cart.ts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32688" y="2514600"/>
            <a:ext cx="9966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 function writeCart(lines: CartLine[]) {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932688" y="2807208"/>
            <a:ext cx="9966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store = await cookies()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932688" y="3099816"/>
            <a:ext cx="9966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store.set("cart", JSON.stringify(lines), {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932688" y="3392424"/>
            <a:ext cx="9966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httpOnly: true, sameSite: "lax", path: "/", maxAge: 60 * 60 * 24 * 30,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932688" y="3685032"/>
            <a:ext cx="9966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932688" y="3977640"/>
            <a:ext cx="9966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932688" y="4270248"/>
            <a:ext cx="9966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async function addToCart(productId: string, qty: number) {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932688" y="4562856"/>
            <a:ext cx="9966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lines = await readCart()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932688" y="4855464"/>
            <a:ext cx="9966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이미 담긴 상품이면 수량만 더하고, 아니면 새로 추가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32688" y="5148072"/>
            <a:ext cx="9966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932688" y="5440680"/>
            <a:ext cx="9966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await writeCart(lines)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932688" y="5733288"/>
            <a:ext cx="9966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폼에 적힌 수량을 그대로 믿지 않습니다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133856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9주차의 교훈 — 클라이언트가 보낸 값은 언제나 조작될 수 있습니다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64739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10주차 · 고급 예제 I: 쇼핑몰 (착수)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10515600" cy="3108960"/>
          </a:xfrm>
          <a:prstGeom prst="roundRect">
            <a:avLst>
              <a:gd name="adj" fmla="val 2353"/>
            </a:avLst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5400000">
              <a:srgbClr val="0F172A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167128"/>
            <a:ext cx="128016" cy="128016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7" name="Shape 5"/>
          <p:cNvSpPr/>
          <p:nvPr/>
        </p:nvSpPr>
        <p:spPr>
          <a:xfrm>
            <a:off x="1152144" y="2167128"/>
            <a:ext cx="128016" cy="12801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8" name="Shape 6"/>
          <p:cNvSpPr/>
          <p:nvPr/>
        </p:nvSpPr>
        <p:spPr>
          <a:xfrm>
            <a:off x="1408176" y="2167128"/>
            <a:ext cx="128016" cy="128016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2093976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lib/actions.ts — addToCartAction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32688" y="2514600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requestedQty = Math.max(1, Number(formData.get("qty")) || 1)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932688" y="2843784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product = await getProduct(productId)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932688" y="3172968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(!product || product.stock === 0) throw new Error("담을 수 없는 상품입니다.")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932688" y="3502152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932688" y="3831336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qty = Math.min(requestedQty, product.stock)</a:t>
            </a:r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실제 재고 범위로 강제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932688" y="4160520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 addToCart(productId, qty)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가격은 쿠키에 담지 않습니다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133856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쿠키에는 상품 id와 수량만 — 가격은 매번 DB에서 다시 조회합니다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64739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10주차 · 고급 예제 I: 쇼핑몰 (착수)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502920" cy="502920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0781" y="2223821"/>
            <a:ext cx="261518" cy="26151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208483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쿠키에 있는 것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251960" y="2084832"/>
            <a:ext cx="6903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productId, qty } 목록뿐 — 이름/가격/재고는 없음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40080" y="3154680"/>
            <a:ext cx="502920" cy="502920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781" y="3275381"/>
            <a:ext cx="261518" cy="26151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371600" y="313639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장바구니 화면에서 하는 일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4251960" y="3136392"/>
            <a:ext cx="6903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productId로 MongoDB를 다시 조회해 최신 가격·재고를 합침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40080" y="4206240"/>
            <a:ext cx="502920" cy="502920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781" y="4326941"/>
            <a:ext cx="261518" cy="26151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371600" y="418795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이렇게 하나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4251960" y="4187952"/>
            <a:ext cx="6903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쿠키에 가격을 저장하면, 쿠키를 편집해 가격을 바꿔치기할 수 있음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주 체크리스트 (과제 #7)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64739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10주차 · 고급 예제 I: 쇼핑몰 (착수)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457200" cy="457200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2212848"/>
            <a:ext cx="237744" cy="23774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25880" y="208483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로그아웃 상태로 상품 담기 → 장바구니 확인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206240" y="2084832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없이도 담기/수량 변경/삭제가 되는지 확인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0080" y="3108960"/>
            <a:ext cx="457200" cy="457200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3218688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25880" y="309067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재고보다 많은 수량 입력 시도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4206240" y="3090672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폼에 재고 이상 값을 넣어도 실제로는 재고만큼만 담기는지 확인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40080" y="4114800"/>
            <a:ext cx="457200" cy="457200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422452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325880" y="409651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MongoDB Atlas에서 상품 재고를 0으로 변경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4206240" y="4096512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품절 상품은 담기 버튼이 비활성화되는지 확인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40080" y="5120640"/>
            <a:ext cx="457200" cy="457200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5230368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325880" y="510235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제출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4206240" y="5102352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assignments-&lt;학번&gt;/week10/ push + Vercel 배포 링크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566928" cy="566928"/>
          </a:xfrm>
          <a:prstGeom prst="ellipse">
            <a:avLst/>
          </a:prstGeom>
          <a:solidFill>
            <a:srgbClr val="06B6D4">
              <a:alpha val="2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6143" y="684703"/>
            <a:ext cx="294803" cy="29480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237744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주 안내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640080" y="30632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11주차 · 고급 예제 I 완성 — 로그인 후 주문 생성, 주문 내역, 그리고 SNS 응용 과제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640080" y="3931920"/>
            <a:ext cx="384048" cy="384048"/>
          </a:xfrm>
          <a:prstGeom prst="ellipse">
            <a:avLst/>
          </a:prstGeom>
          <a:solidFill>
            <a:srgbClr val="06B6D4">
              <a:alpha val="20000"/>
            </a:srgbClr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252" y="4024092"/>
            <a:ext cx="199705" cy="19970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188720" y="39502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#7 — 상품 카탈로그 + 장바구니 동작 확인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640080" y="4526280"/>
            <a:ext cx="384048" cy="384048"/>
          </a:xfrm>
          <a:prstGeom prst="ellipse">
            <a:avLst/>
          </a:prstGeom>
          <a:solidFill>
            <a:srgbClr val="06B6D4">
              <a:alpha val="20000"/>
            </a:srgbClr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52" y="4618452"/>
            <a:ext cx="199705" cy="199705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188720" y="454456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11주차에 "결제하기" 버튼이 실제 주문(Order)을 만드는 흐름으로 완성됩니다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64008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웹서버보안프로그래밍  ·  정보보호학과  ·  중부대학교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2026-08-19T08:56:07Z</dcterms:created>
  <dcterms:modified xsi:type="dcterms:W3CDTF">2026-08-19T08:56:07Z</dcterms:modified>
</cp:coreProperties>
</file>