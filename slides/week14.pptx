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실습 강화판 · 이번 학기 보안 유닛 마무리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풀스택 보안 II — 마무리 &amp; 거버넌스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Limiting과 보안 헤더로 5종 취약점을 완성하고, 개인이 아닌 '시스템'이 놓치지 않는 구조를 배웁니다.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3시간, 이렇게 진행합니다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12~14주차 보안 유닛의 마지막 시간입니다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379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17282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무차별 대입 공격이란 (15분)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039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Brute-force, Credential Stuffing 개념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323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3225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Rate Limiting 직접 구현 (35분)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6334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윈도우 카운터, lib/rateLimit.ts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29169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loginAction에 연결하기 (25분)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2278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signIn() '전에' 검사해야 하는가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8992" y="351129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보안 헤더 4종 (30분)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822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next.config.ts의 headers() — 코드 버그 없이도 필요한 방어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78992" y="410565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거버넌스: 개인 vs 시스템 (20분)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4165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체크리스트, 시크릿 스캐닝, 코드 리뷰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097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8992" y="47000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12~14주차 5종 취약점 총정리 (25분)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50109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표로 전체 복습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041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8992" y="52943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실습 확인 + 배포/제출 (20분)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56052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6회 로그인 시도, 헤더 확인, gitleaks 스캔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무차별 대입 공격이란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로그인 시도 횟수에 제한이 필요한가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vs Credential Stuffing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'로그인 시도를 무제한 반복한다'는 공통점이 있습니다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무차별 대입 (Brute-force)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계정에 비밀번호를 계속 바꿔가며 시도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"admin@site.com" 하나를 정해두고 흔한 비밀번호 수백만 개를 자동으로 대입합니다.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크리덴셜 스터핑 (Credential Stuffing)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사이트에서 유출된 조합을 대량 시도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사람들이 여러 사이트에서 같은 비밀번호를 재사용하는 습관을 노려, 유출된 이메일/비밀번호 쌍을 우리 사이트에 그대로 시도합니다.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13주차까지 우리 로그인 폼(loginAction)은 시도 횟수 제한이 전혀 없었습니다 — 같은 이메일로 비밀번호를 수백 번 틀려도 서버는 매번 성실하게 DB 조회와 bcrypt.compare를 수행했습니다.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직접 구현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윈도우(Fixed Window) 카운터 — 가장 단순한 형태부터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lib/rateLimit.ts — 자료구조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이메일별로 '최근 몇 번 시도했는지'를 메모리에 기록합니다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Bucket = { count: number; windowStart: number };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WINDOW_MS = 60_000;   // 1분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MAX_ATTEMPTS = 5;     // 1분에 5번까지만 허용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buckets = new Map&lt;string, Bucket&gt;();   // 이메일 → { count, windowStart 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이메일 기준인가? — IP만 쓰면 같은 카페 와이파이의 다른 사용자까지 함께 차단될 수 있고, 이메일만 쓰면 공격자가 여러 IP로 우회할 수 있습니다. 실무에서는 보통 두 기준을 조합합니다.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checkLoginRateLimit() — 3가지 경우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윈도우 시작 / 아직 여유 있음 / 이미 초과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checkLoginRateLimit(identifier: string): RateLimitResult {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identifier.trim().toLowerCase() || "unknown";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bucket = buckets.get(key);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(!bucket || now - bucket.windowStart &gt;= WINDOW_MS) {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buckets.set(key, { count: 1, windowStart: now });   // ① 새 윈도우 시작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allowed: true, remaining: MAX_ATTEMPTS - 1, retryAfterSeconds: 0 };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(bucket.count &gt;= MAX_ATTEMPTS) {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allowed: false, ... };   // ② 이미 초과 → 차단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bucket.count += 1;   // ③ 아직 여유 있음 → 카운트만 증가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allowed: true, ... };</a:t>
            </a:r>
            <a:endParaRPr lang="en-US" sz="10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'고정 윈도우'라고 부르나요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1분 단위로 창이 딱딱 끊깁니다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단순하지만, 알아둬야 할 특징이 있습니다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첫 시도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윈도우 시작 (windowStart = 0:00)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0:00~0:59 사이 5번 시도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이 윈도우 안에서 카운트됨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0:59에 6번째 시도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같은 윈도우 → 차단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이후 시도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windowStart로부터 60초 지남 → 새 윈도우로 리셋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3434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0:59에 5번, 1:00에 다시 5번을 시도하면 사실상 2초 만에 10번이 허용되는 셈입니다. 이걸 보완한 것이 sliding window인데, 이번 예제는 일부러 범위 밖으로 뒀습니다.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loginAction에 연결하기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signIn() '전에' 검사해야 하는가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lib/actions.ts — loginAction 수정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제한에 걸리면 signIn() 자체를 호출하지 않습니다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loginAction(formData: FormData)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email = ...;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allowed, retryAfterSeconds } = checkLoginRateLimit(email);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(!allowed)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redirect(`/login?error=ratelimited&amp;retry=${retryAfterSeconds}`);   // ← DB 조회 전에 차단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signIn("credentials", formData);   // 여기까지 오면 DB 조회 + bcrypt 실행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 /* ... 7주차와 동일 ... */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'순서'가 왜 중요한가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검사를 뒤에 두면, 제한이 있어도 서버 자원은 이미 낭비됩니다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51960"/>
                <a:gridCol w="42519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제한을 나중에 검사 (잘못된 순서)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제한을 먼저 검사 (올바른 순서)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6번째 요청 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조회 + bcrypt.compare 실행 후 차단 판정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조회 없이 즉시 차단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공격자가 주는 부하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여전히 서버가 비싼 연산을 계속 수행함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거의 0에 가까운 연산만 수행됨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"화면에만" 제한이 있는 것처럼 보임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실제로 서버 자원을 보호함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app/login/page.tsx — 다른 메시지로 구분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"비밀번호가 틀렸다"와 "시도가 너무 많다"는 다른 상황입니다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Props = { searchParams: Promise&lt;{ error?: string; retry?: string }&gt; };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error, retry } = await searchParams;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 === "ratelimited" &amp;&amp;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&lt;p&gt;로그인 시도가 너무 많습니다. {retry}초 후 다시 시도해주세요.&lt;/p&gt;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{error === "1" &amp;&amp;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&lt;p&gt;이메일 또는 비밀번호가 올바르지 않습니다.&lt;/p&gt;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재현: 로그인 6번 연속 틀리기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5번까지는 평소와 같은 에러, 6번째부터 다른 메시지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1~5번째 시도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이메일로 일부러 틀린 비밀번호 → "이메일 또는 비밀번호가..."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84320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22064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323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23232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6번째 시도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23232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"로그인 시도가 너무 많습니다. 60초 후..."로 바뀜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857744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95488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665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96656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60초 대기 후 재시도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96656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윈도우로 리셋되어 다시 정상 시도 가능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과제 체크리스트 항목입니다 — 6번째에 실제로 차단 메시지가 뜨는지 꼭 확인하세요.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헤더 4종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코드에 버그가 없어도 필요한, 브라우저 차원의 방어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지금까지의 취약점과 결이 다릅니다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XSS·IDOR는 '코드 로직의 실수'였지만, 헤더는 '브라우저의 기본 동작' 자체가 위험 표면입니다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(12~13주차)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뭔가를 잘못했다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dangerouslySetInnerHTML을 썼다, 소유권 검사를 빼먹었다 — 코드 로직의 문제였습니다.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(보안 헤더)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브라우저가 원래 허용하는 동작이 위험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삽입, MIME 재해석은 브라우저의 정상 기능입니다. 헤더로 '우리 사이트에서는 이 기능을 쓰지 말라'고 명시적으로 선언하는 것입니다.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next.config.ts — headers() 설정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경로(/:path*)에 4가지 헤더를 붙입니다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nextConfig: NextConfig =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headers()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source: "/:path*", headers: securityHeaders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파일은 요청마다 실행되는 코드가 아니라 설정입니다 — Next.js가 응답을 만들 때마다 이 헤더들을 자동으로 붙여줍니다.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헤더, 각각 무엇을 막나요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표로 한눈에 정리합니다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634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헤더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막는 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X-Content-Type-Options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nosniff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MIME 스니핑 (파일을 스크립트로 오인해 실행)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X-Frame-Options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클릭재킹 (다른 사이트의 iframe에 몰래 삽입)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Referrer-Policy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strict-origin-when-cross-origin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다른 사이트로 이동 시 URL 정보 과다 노출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Permissions-Policy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camera=(), microphone=(), geolocation=()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카메라·마이크·위치 정보의 무단 사용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CSP는 빠졌나요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Content-Security-Policy는 이번 예제 범위 밖입니다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강력하지만, 그만큼 프로젝트마다 튜닝이 필요합니다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CSP가 하는 일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출처의 스크립트만 실행 허용" 같은 정밀 제어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XSS를 훨씬 강력하게 막을 수 있지만, 설정이 복잡하고 라이브러리마다 필요한 예외가 다릅니다.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오늘 안 만들었나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 설정하면 사이트 자체가 깨짐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Fonts, Vercel 분석 스크립트 등 프로젝트마다 허용 목록이 달라 실제 배포 전 반드시 개별 튜닝이 필요합니다 — 개념만 소개하고 범위 밖으로 뒀습니다.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3099816" cy="292608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57200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curl -I http://localhost:3000/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헤더 확인하기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터미널의 curl 또는 브라우저 개발자도구, 둘 다 가능합니다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-I http://localhost:3000/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x-content-type-options: nosniff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x-frame-options: DENY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referrer-policy: strict-origin-when-cross-origin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permissions-policy: camera=(), microphone=(), geolocation=()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개발자도구로 확인하려면: Network 탭 → 아무 요청 클릭 → Response Headers 확인.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거버넌스: 개인이 아니라 시스템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"혼자 완벽한 코드"와 "팀이 놓치지 않는 구조"의 차이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통찰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지금까지의 수정은 모두 '그 사람이 알고 있었는가'에 의존했습니다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규모가 커지면 이것만으로는 부족합니다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체크리스트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변경이 시크릿을 노출하지 않는가?"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2926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 시 매번 확인할 항목을 문서화해서, 리뷰어의 그날 컨디션에 의존하지 않게 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시크릿 스캐닝 (gitleaks 등)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커밋에 비밀 값이 있으면 자동으로 차단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08376"/>
            <a:ext cx="2926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실수로 .env 파일을 커밋해도, 도구가 push 전에 미리 잡아냅니다.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 문화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사람이 놓친 것을 다른 사람이 잡음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008376"/>
            <a:ext cx="2926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강의자료 준비 중에도 실제로 두 개의 버그(학번 숫자 변환, private repo 인증 누락)를 코드 리뷰가 아니라 실제 테스트로 잡아낸 사례가 있었습니다.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gitleaks로 본인 레포 스캔해보기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없이 바로 실행 가능한 시크릿 스캐너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gitleaks detect --source . -v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또는 GitHub 저장소라면 Settings → Code security에서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 Secret Scanning이 기본으로 활성화되어 있는지 확인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깨끗하게 나온다면(또는 발견된 항목이 이미 revoke된 임시 토큰이라면) 그 사실 자체를 과제 제출물에 기록하세요 — "확인했다"는 것도 중요한 결과입니다.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12~14주차 5종 취약점 총정리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학기 보안 유닛 전체를 하나의 표로 복습합니다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총정리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취약점 · 원인 · 방어 위치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표를 손으로 옮겨 적어보면 복습 효과가 더 좋습니다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148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취약점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방어 위치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XSS (저장형)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dangerouslySetInnerHTML로 입력을 그대로 렌더링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13주차 — notices/[id]/page.tsx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시크릿 관리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하드코딩된 폴백 + 잊혀진 디버그 엔드포인트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13주차 — assertAuthSecret() + 라우트 삭제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 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입력 검증·이스케이프 없이 Mongo 쿼리 사용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13주차 — lib/products.ts의 escapeRegExp()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"로그인했는지"만 확인, "그 사람 것인지" 미확인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11주차 도입 · 13주차 실습 — orders/[id] 소유권 검사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 부재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시도 횟수 제한 없음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14주차 — lib/rateLimit.ts + 보안 헤더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돌아보기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다섯 취약점을 관통하는 하나의 질문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값(입력, 세션, 요청)을 어디까지 믿을 수 있는가?"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721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믿으면 안 되는 것들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입력, URL 파라미터, 쿠키, 요청 빈도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48234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XSS(입력), NoSQL Injection(입력), 쿠키 조작(10주차), Rate Limiting(요청 빈도) — 모두 '클라이언트가 보낸 값'을 서버가 그대로 믿었을 때 생겼습니다.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65960"/>
            <a:ext cx="53721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서버에서 다시 확인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세션의 소유권, 실제 재고, 실제 가격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3008376"/>
            <a:ext cx="48234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IDOR(소유권), 재검증(10·11주차 재고/가격) — '서버만 아는 진실'로 매번 다시 확인하는 습관이 이 학기의 핵심이었습니다.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확인 + 트러블슈팅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학기 마지막 실습 확인입니다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만나는 실수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주는 서버 메모리 상태를 다루다 보니 재시작 관련 혼란이 잦습니다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6번째도 정상 에러가 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이메일을 매번 다르게 입력함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checkLoginRateLimit은 이메일별로 카운트 — 같은 이메일로 반복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 재시작하니 제한이 풀림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Map은 재시작 시 초기화됨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의도된 한계(README 참고) — 실무에선 Redis 등 공유 저장소 사용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-I에 헤더가 안 보임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next.config.ts 저장 후 서버 재시작 안 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 파일 변경은 npm run dev 재시작 필요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배포본에 헤더가 안 붙음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next.config.ts가 커밋/push 안 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status로 파일이 포함됐는지 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gitleaks가 임시 토큰을 발견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예전 커밋 히스토리에 남아있음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 revoke된 토큰이면 기록만 남기고 진행 (히스토리 정리는 범위 밖)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&amp; 제출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12~14주차 보안 유닛의 마지막 제출입니다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복습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Vercel → submissions-2026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취약점 정리표를 커밋 메시지나 별도 문서로 함께 제출하세요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   # .env.local 목록에 없는지 확인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 &amp;&amp; git commit -m "week14: Rate Limiting + 보안 헤더 + 5종 취약점 정리"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041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40740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submissions-2026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754880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week14/학번.json 로 PR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71032" y="384048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08776" y="3840480"/>
            <a:ext cx="540410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440740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repo_url · commit_sha · deploy_url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4754880"/>
            <a:ext cx="5001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사이트에서 curl -I로 헤더 확인 후 제출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14주차 · 풀스택 보안 II — 마무리 &amp; 거버넌스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 체크리스트 (과제 #11)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12~14주차 보안 유닛의 마지막 체크리스트입니다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975104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6회 연속 시도 → 6번째에 차단 메시지 확인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24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660904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-I 또는 개발자도구로 보안 헤더 4종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10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346704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12~14주차 5종 취약점을 표로 정리 (이름·원인 파일·수정 방법)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96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032504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gitleaks(또는 유사 도구)로 본인 레포 스캔 후 결과 기록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7823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823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718304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레포에 push + 정리표 → submissions-2026에 PR 제출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안내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15주차 · 기말고사 안내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학기 만든 프로젝트(개인·팀)를 데모 발표하고, 1~14주차 전체를 복습합니다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2783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6382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#11 — 오늘 만든 코드 + 5종 취약점 정리표를 submissions-2026에 제출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7647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776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71246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지금까지의 모든 과제(1~14주차) submissions-2026 PR 상태를 한 번 점검해두기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2026-09-01T07:40:17Z</dcterms:created>
  <dcterms:modified xsi:type="dcterms:W3CDTF">2026-09-01T07:40:17Z</dcterms:modified>
</cp:coreProperties>
</file>