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06B6D4">
              <a:alpha val="2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68470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317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OWASP 웹보안 개론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11주차까지 만든 쇼핑몰에 실제 취약점을 심어두고, 직접 찾아봅니다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12주차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이론이 아니라 우리 코드에 있는 진짜 문제로 배웁니다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정보보호학과  ·  중부대학교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다룰 내용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12~14주차 3주 프로젝트의 시작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12주차 · OWASP 웹보안 개론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2238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848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OWASP Top 10이란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51960" y="208483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애플리케이션에서 가장 흔하고 위험한 취약점 목록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327538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코드의 취약 버전(before)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51960" y="313639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11주차 쇼핑몰에 취약점 2종을 일부러 남겨뒀습니다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432694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87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분석으로는 못 잡는다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251960" y="418795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tsc/eslint는 이미 통과했는데 왜 취약할까요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525780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5378501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52395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13~14주차 예고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251960" y="523951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취약점 + 직접 찾아 고치는 실습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OWASP Top 10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비영리 보안 커뮤니티가 정리하는, 가장 흔하고 심각한 웹 취약점 10가지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12주차 · OWASP 웹보안 개론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322320" cy="192024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295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OWASP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Worldwide Application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 Project — 비영리 재단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36720" y="2103120"/>
            <a:ext cx="3322320" cy="192024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4419600" y="2331720"/>
            <a:ext cx="295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10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419600" y="320040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침해 사고 데이터를 바탕으로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주기적으로 갱신되는 취약점 순위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33360" y="2103120"/>
            <a:ext cx="3322320" cy="192024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8016240" y="2331720"/>
            <a:ext cx="295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5종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016240" y="320040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과목에서 우리 코드로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다루는 취약점 개수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384048" cy="38404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252" y="4481292"/>
            <a:ext cx="199705" cy="19970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52728" y="43708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목록을 배우나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133088" y="4370832"/>
            <a:ext cx="7022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 코드에도 있을 수 있다"는 감각을 기르는 것이 핵심 — 목록 암기가 목적이 아닙니다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학기에 다루는 5종 취약점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10~11주차 쇼핑몰 프로젝트를 베이스로 12~14주차에 걸쳐 다룹니다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12주차 · OWASP 웹보안 개론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942186" cy="3383280"/>
          </a:xfrm>
          <a:prstGeom prst="roundRect">
            <a:avLst>
              <a:gd name="adj" fmla="val 470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7709" y="2331720"/>
            <a:ext cx="566928" cy="566928"/>
          </a:xfrm>
          <a:prstGeom prst="ellipse">
            <a:avLst/>
          </a:prstGeom>
          <a:solidFill>
            <a:srgbClr val="DC2626">
              <a:alpha val="14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772" y="246778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108960"/>
            <a:ext cx="1942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520440"/>
            <a:ext cx="175930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저장형 크로스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사이트 스크립팅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(12주차)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783434" y="2011680"/>
            <a:ext cx="1942186" cy="3383280"/>
          </a:xfrm>
          <a:prstGeom prst="roundRect">
            <a:avLst>
              <a:gd name="adj" fmla="val 470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1062" y="2331720"/>
            <a:ext cx="566928" cy="566928"/>
          </a:xfrm>
          <a:prstGeom prst="ellipse">
            <a:avLst/>
          </a:prstGeom>
          <a:solidFill>
            <a:srgbClr val="DC2626">
              <a:alpha val="14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125" y="246778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83434" y="3108960"/>
            <a:ext cx="1942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시크릿 관리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874874" y="3520440"/>
            <a:ext cx="175930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환경변수·비밀키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 (12주차)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926787" y="2011680"/>
            <a:ext cx="1942186" cy="3383280"/>
          </a:xfrm>
          <a:prstGeom prst="roundRect">
            <a:avLst>
              <a:gd name="adj" fmla="val 470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614416" y="233172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479" y="2467783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26787" y="3108960"/>
            <a:ext cx="1942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NoSQL Injection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18227" y="3520440"/>
            <a:ext cx="175930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쿼리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 (13주차)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070141" y="2011680"/>
            <a:ext cx="1942186" cy="3383280"/>
          </a:xfrm>
          <a:prstGeom prst="roundRect">
            <a:avLst>
              <a:gd name="adj" fmla="val 470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57770" y="233172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3832" y="2467783"/>
            <a:ext cx="294803" cy="29480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70141" y="3108960"/>
            <a:ext cx="1942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IDOR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161581" y="3520440"/>
            <a:ext cx="175930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소유권 검사 누락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(13주차, 11주차 예고편)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9213494" y="2011680"/>
            <a:ext cx="1942186" cy="3383280"/>
          </a:xfrm>
          <a:prstGeom prst="roundRect">
            <a:avLst>
              <a:gd name="adj" fmla="val 470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901123" y="233172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7186" y="2467783"/>
            <a:ext cx="294803" cy="29480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213494" y="3108960"/>
            <a:ext cx="1942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Limiting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9304934" y="3520440"/>
            <a:ext cx="175930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무제한 로그인 시도·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헤더 부재 (14주차)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직접 공격해보고 고치나요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"이런 게 있다더라"보다 "내가 겪어봤다"가 훨씬 오래 남습니다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12주차 · OWASP 웹보안 개론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2238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848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— 취약 버전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51960" y="208483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12주차 오늘 배포하는 코드. 실제로 공격이 통하는 것을 눈으로 확인합니다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327538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— 수정 버전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51960" y="313639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13~14주차에 여러분이 직접 고쳐서 만듭니다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432694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87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251960" y="418795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버전은 교육용입니다 — 절대 실제 서비스나 공개 URL로 배포하지 마세요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취약점 1 — 저장형 XSS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공지사항 내용을 그대로 HTML로 렌더링하면 생기는 일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12주차 · OWASP 웹보안 개론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DC2626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2238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848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문제인가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51960" y="208483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 내용에 &lt;script&gt;...&lt;/script&gt;를 넣으면, 그 글을 여는 모든 사람의 브라우저에서 실행됩니다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DC2626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327538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"저장형"인 이유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51960" y="313639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 코드가 DB에 저장되어, 그 글을 여는 모든 사용자에게 반복적으로 공격이 실행됩니다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432694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87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뭘 할 수 있나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251960" y="418795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쿠키 탈취, 페이지 변조, 관리자를 속여 원치 않는 요청을 대신 보내게 하는 것까지 가능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app/notices/[id]/page.tsx — before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React는 기본적으로 자동 이스케이프하지만, dangerouslySetInnerHTML은 그 안전장치를 끕니다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12주차 · OWASP 웹보안 개론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515600" cy="292608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6712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16712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408176" y="216712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939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🚨 app/notices/[id]/page.tsx (취약)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25146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2688" y="284378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dangerouslySetInnerHTML={{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2688" y="317296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__html: notice.content.replace(/\n/g, "&lt;br&gt;")</a:t>
            </a:r>
            <a:pPr indent="0" marL="0">
              <a:buNone/>
            </a:pPr>
            <a:r>
              <a:rPr lang="en-US" sz="12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이스케이프 없음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2688" y="350215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32688" y="383133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365760" cy="36576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862" y="5208422"/>
            <a:ext cx="190195" cy="19019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34440" y="5102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확인해보기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14800" y="510235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글쓰기 폼에 &lt;script&gt;alert(1)&lt;/script&gt; 를 넣고 저장 → 상세 페이지를 열면 그대로 실행됩니다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취약점 2 — 시크릿 노출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코드에 하드코딩된 비밀 값과, 지우는 걸 잊은 디버그 엔드포인트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12주차 · OWASP 웹보안 개론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DC2626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2238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848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하드코딩된 폴백 시크릿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51960" y="208483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auth.ts에 AUTH_SECRET이 없을 때 쓸 기본값을 코드에 직접 적어뒀습니다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DC2626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327538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위험한가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51960" y="313639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값이 GitHub에 커밋되는 순간, 그 값으로 서명된 "관리자 세션"을 누구나 위조할 수 있습니다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432694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87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잊혀진 디버그 엔드포인트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251960" y="418795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/api/debug/env가 인증 없이 MONGODB_URI·AUTH_SECRET을 그대로 반환합니다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auth.ts / api/debug/env — before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"임시로" 넣었다가 지우는 걸 잊어버리는 흔한 실수입니다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12주차 · OWASP 웹보안 개론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6712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16712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408176" y="216712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939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🚨 auth.ts (취약)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25146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secret: process.env.AUTH_SECRET || "dev-secret-please-change-me"</a:t>
            </a:r>
            <a:pPr indent="0" marL="0">
              <a:buNone/>
            </a:pPr>
            <a:r>
              <a:rPr lang="en-US" sz="12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코드에 그대로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10515600" cy="237744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417880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144" y="417880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1408176" y="417880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0565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🚨 app/api/debug/env/route.ts (취약)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452628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GET() {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2688" y="485546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NextResponse.json({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32688" y="518464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MONGODB_URI: process.env.MONGODB_URI,</a:t>
            </a:r>
            <a:pPr indent="0" marL="0">
              <a:buNone/>
            </a:pPr>
            <a:r>
              <a:rPr lang="en-US" sz="12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인증 검사 없음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2688" y="551383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32688" y="584301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tsc와 eslint는 이미 통과했습니다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 에러도, 린트 에러도 없습니다 — 그런데 왜 취약할까요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12주차 · OWASP 웹보안 개론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2238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848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분석이 보는 것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51960" y="208483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문법이 맞는가, 타입이 맞는가 — "코드가 의도대로 동작하는가"까지는 보지 않습니다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DC2626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327538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취약점이 다른 이유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51960" y="313639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dangerouslySetInnerHTML도, 환경변수를 응답에 담는 것도 문법적으로는 완전히 정상 코드입니다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432694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87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필요한 것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251960" y="418795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리뷰, 보안 체크리스트, 전용 보안 스캐너(SAST) — 3주차부터 강조해온 "실제로 부팅해서 확인"과 같은 원리로, 보안도 직접 검증해야 합니다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체크리스트 (과제 #9)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주는 고치지 않습니다 — 정확히 찾고 왜 위험한지 설명하는 것이 과제입니다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12주차 · OWASP 웹보안 개론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128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0848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저장형 XSS 재현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06240" y="20848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공지사항 글쓰기로 &lt;script&gt;alert(1)&lt;/script&gt;를 넣고 실제로 실행되는지 확인 + 스크린샷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2186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0906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시크릿 노출 재현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06240" y="30906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/api/debug/env 응답으로 시크릿이 그대로 보이는지 확인 + 스크린샷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22452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0965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코드에서 원인 찾기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206240" y="409651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취약점이 어느 파일, 어느 줄 때문에 생기는지 짧게 설명 작성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23036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51023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206240" y="510235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assignments-&lt;학번&gt;/week12/ 에 재현 스크린샷 + 원인 설명 push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06B6D4">
              <a:alpha val="2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68470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77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 안내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3063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· 소스코드 레벨 보안 실습 I — NoSQL Injection과 IDOR을 직접 찾고 고칩니다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931920"/>
            <a:ext cx="384048" cy="384048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52" y="4024092"/>
            <a:ext cx="199705" cy="1997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39502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#9 — XSS·시크릿 노출 재현 + 원인 설명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4526280"/>
            <a:ext cx="384048" cy="384048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52" y="4618452"/>
            <a:ext cx="199705" cy="19970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45445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12주차의 XSS·시크릿 노출도 13~14주차에 함께 고칩니다(after 브랜치)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4008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웹서버보안프로그래밍  ·  정보보호학과  ·  중부대학교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2026-08-19T11:14:29Z</dcterms:created>
  <dcterms:modified xsi:type="dcterms:W3CDTF">2026-08-19T11:14:29Z</dcterms:modified>
</cp:coreProperties>
</file>