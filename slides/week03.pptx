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실습 강화판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실습 강화판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템플릿 설치 &amp; 구조 이해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→ 탐험 → 첫 편집 → 컴포넌트 직접 제작 → 배포까지, 오늘 화면 앞에서 손으로 따라오는 실습 슬라이드입니다.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3시간, 이렇게 진행합니다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설명은 짧게, 직접 타이핑하는 시간을 길게 잡으세요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773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설치 준비 (15분)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08483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Node/Git 버전 확인 → create-next-app 실행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871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프로젝트 구조 탐방 (20분)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7980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package.json, app 폴더, 설정 파일 훑어보기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3200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서버 실행 &amp; 첫 편집 (20분)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51129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dev, Hot Reload 체험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39136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Server/Client Component 개념 (15분)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22452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구분하는지, 판단 기준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46268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직접 만들기: Counter + /about (60분)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9377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시간의 핵심 — 학생 각자 타이핑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4498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5340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배포 &amp; 제출 (30분)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65099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→ Vercel 배포 → 과제 제출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준비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터미널을 열고, 버전을 확인하고, 오늘의 프로젝트를 만듭니다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전, 버전부터 확인합니다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명령어가 모두 실행되어야 실습을 시작할 수 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03504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v24.x.x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-v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10.x.x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2.4x.x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9751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88352" y="1865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버전이 안 나오거나 다르면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88352" y="21762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nodejs.org에서 24 LTS를 재설치 (2주차에 이미 했어야 함)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3026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88352" y="2916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git이 없다면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88352" y="32278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git-scm.com에서 설치 후 터미널 재시작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40782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88352" y="39684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그래도 안 되면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88352" y="4279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 학생 화면과 비교하거나 조교에게 바로 질문 — 여기서 막히면 진도를 못 나갑니다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작업할 폴더로 이동합니다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안에 create-next-app이 새 프로젝트를 만듭니다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예: 바탕화면에 실습용 폴더를 만들고 그 안으로 이동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Desktop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websecprog-assignments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websecprog-assignments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09651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이름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2569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 — 단, 한글/공백 금지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82896"/>
            <a:ext cx="48234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폴더/파일 이름에 한글이나 띄어쓰기가 섞이면 나중에 배포 과정에서 오류가 날 수 있습니다. 영문·숫자·하이픈만 사용하세요.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84048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5100" y="409651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정리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442569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폴더 안에 매주 프로젝트가 쌓입니다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4882896"/>
            <a:ext cx="48234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3주차는 오늘 만들 my-app 하나만 있으면 됩니다. 4주차부터는 매주 새 프로젝트를 이 폴더 안에 추가로 만들게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create-next-app으로 템플릿 설치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 줄로 Next.js 16 프로젝트가 만들어집니다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create-next-app@latest my-app \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--typescript --tailwind --eslint --app \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--no-src-dir --import-alias "@/*"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옵션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대신 TypeScript로 설치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--tailwind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v4 자동 설정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--eslint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 스타일 검사 도구 포함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Router 방식 사용 (이 강의는 이 방식만 다룸)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--no-src-dir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 폴더 없이 app/을 프로젝트 최상단에 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--import-alias "@/*"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@/components처럼 절대경로로 import 가능하게 설정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계속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중 물어보는 질문, 이렇게 답하세요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옵션을 이미 플래그로 줬어도 몇 가지는 다시 물어봅니다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47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8366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to use Turbopack? → Yes (Next.js 16 기본 번들러, 더 빠릅니다)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24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66090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your code inside a src/ directory? → No (--no-src-dir로 이미 지정)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02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438144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import alias would you like configured? → @/*  (엔터만 눌러도 기본값)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091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Created my-app at /Users/.../websecprog-assignments/my-app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that directory, you can run several commands: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dev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build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start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완료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끝났습니다 — 폴더로 들어가 봅시다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여기서부터는 my-app 폴더 안에서 모든 명령어를 실행합니다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my-app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  node_modules/  public/  package.json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eslint.config.mjs  next-env.d.ts  next.config.ts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package-lock.json  postcss.config.mjs  tsconfig.json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 사람과 폴더 구조가 같은지 비교해보세요. node_modules가 안 보인다면 npm install이 자동 실행되지 않은 것 — my-app 폴더에서 npm install을 직접 실행하세요.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프로젝트 구조 탐방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고치기 전에, 무엇이 어디에 있는지부터 파악합니다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트리 한눈에 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우리가 직접 열어볼 파일은 강조 표시했습니다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my-app/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layout.tsx      ← 모든 페이지를 감싸는 뼈대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page.tsx        ← "/" 홈페이지 (오늘 편집)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globals.css     ← Tailwind 전역 스타일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favicon.ico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components/        ← 오늘 우리가 새로 만들 폴더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public/            ← 이미지 등 정적 파일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package.json       ← 의존성 목록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tsconfig.json / next.config.ts / eslint.config.mjs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postcss.config.mjs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계속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— 이 프로젝트의 신분증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의존성과 명령어가 여기 다 적혀 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/ react / react-dom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실행에 반드시 필요 — 배포 시에도 포함됨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devDependencies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typescript, eslint, tailwindcss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 중에만 필요 — 배포 결과물엔 안 들어감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scripts.dev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 서버 실행 (오늘 계속 씀)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scripts.build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build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배포용으로 최적화 빌드 (Vercel이 자동 실행)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package-lock.json은 절대 직접 수정하지 않습니다 — npm install/npm install &lt;패키지명&gt;이 자동으로 관리합니다.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계속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파일들 — 오늘은 열어만 보고 넘어갑니다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"이런 게 있구나" 정도만 알고 넘어가세요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tsconfig.json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17627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설정. @/* 별칭이 여기 paths에 등록되어 있습니다.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7340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next.config.ts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304495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자체 설정 파일. 지금은 거의 비어 있습니다.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36027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eslint.config.mjs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9136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스타일 규칙. npm run lint로 실행합니다.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44714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postcss.config.mjs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78231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v4를 CSS 빌드 파이프라인에 연결하는 설정.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마무리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폴더, 핵심은 이 3+1개 파일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실습은 결국 이 파일들을 고치고, 하나를 새로 만드는 일입니다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있음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app/layout.tsx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페이지 공통 뼈대. &lt;html&gt;, &lt;body&gt;가 여기 딱 한 번만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5760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있음 · 오늘 편집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551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app/page.tsx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008376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"/" 홈페이지. 오늘 Counter를 여기에 연결합니다.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있음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51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app/globals.css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008376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Tailwind를 불러오는 전역 스타일. @theme로 커스텀 색상도 정의합니다.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2688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새로 생성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551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components/Counter.tsx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008376"/>
            <a:ext cx="2011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없습니다 — Part 5에서 우리 손으로 직접 만듭니다.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416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새로 생성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7457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app/about/page.tsx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02936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없습니다 — Part 6에서 폴더째로 새로 만듭니다.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416052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92240" y="4416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참고만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7457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app/favicon.ico / public/*.svg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202936"/>
            <a:ext cx="4846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탭 아이콘, 샘플 이미지들. 오늘은 건드리지 않습니다.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실행 &amp; 첫 편집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켜고, 직접 한 글자 고쳐서 화면에 반영되는 걸 눈으로 확인합니다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서버를 켭니다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my-app 폴더 안에서 실행해야 합니다 (cd my-app 확인!)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▲ Next.js 16.3.1 (Turbopack)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Local:        http://localhost:3000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Ready in 640ms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811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447141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http://localhost:3000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782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주소를 Ctrl/Cmd+클릭하거나 복사해서 브라우저에 붙여넣습니다.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583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52486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 창은 계속 켜두세요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5595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 Ctrl+C를 누르지 않는 한 서버는 계속 실행됩니다. 코드를 고칠 새 터미널 탭이 필요하면 따로 하나 더 엽니다.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계속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첫 화면 확인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create-next-app 기본 화면이 보이면 정상입니다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17627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정상인 경우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0545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로고 + 안내 텍스트가 보임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6265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started by editing app/page.tsx" 같은 문구와 함께 기본 데모 화면이 보이면 설치 성공입니다.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2024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17627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보이는 경우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0545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 화면 / 접속 안 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296265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 Ready 메시지가 떴는지 다시 확인 → 주소를 정확히 localhost:3000으로 입력했는지 확인 → 그래도 안 되면 33번 슬라이드 트러블슈팅 참고.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브라우저 탭을 계속 옆에 띄워두고, 코드를 고칠 때마다 여기서 바로 확인합니다.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첫 편집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한 글자 고쳐봅니다 (Hot Reload)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4단계가 앞으로 학기 내내 반복할 기본 리듬입니다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열기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에디터에서 app/page.tsx 열기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문구 수정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보이는 텍스트를 아무거나 원하는 문장으로 변경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(Ctrl/Cmd+S)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저장하는 순간 Next.js가 변경을 감지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확인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새로고침 없이 자동으로 화면이 바뀜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0233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app/page.tsx 중 이 부분을 찾아서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&lt;h1&gt;...&lt;/h1&gt;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원하는 문구로 바꿔보세요, 예: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&lt;h1&gt;내가 처음 고친 Next.js 화면&lt;/h1&gt;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vs Client Component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더 쓰기 전에, Next.js에서 가장 중요한 개념 하나를 이해합니다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기본값은 Server Component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app/page.tsx는 별다른 표시가 없으면 서버에서만 실행됩니다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app/page.tsx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&lt;h1&gt;웹서버보안프로그래밍&lt;/h1&gt;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&lt;Counter /&gt;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0208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05472" y="1911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서버에서 실행되나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2219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맨 위에 "use client"가 없기 때문 — 이게 기본값입니다.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2980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5472" y="28712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31821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브라우저로는 완성된 HTML만 전달됨. DB 접속·시크릿 사용도 안전 (13주차 보안과 직결).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39410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5472" y="38313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05472" y="414223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같은 브라우저 전용 기능은 여기서 못 씁니다.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client"가 필요한 순간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중 하나라도 해당하면 파일 맨 위에 명시적으로 표시합니다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929384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useEffect 같은 React Hook을 쓴다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5117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onClick, onChange 같은 이벤트 핸들러가 필요하다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172968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localStorage, window 같은 브라우저 전용 API를 쓴다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794760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타사 라이브러리가 내부적으로 위 기능들을 쓴다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9659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26680" y="21945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client";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Counter()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만들기 ① — Counter 컴포넌트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components/Counter.tsx를 처음부터 함께 작성합니다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폴더부터 만듭니다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UI 조각은 app/ 밖, components/ 안에 둡니다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my-app 폴더에서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components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components/Counter.tsx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(또는 에디터에서 New File로 직접 생성해도 동일)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782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396849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app/ 안이 아니라 밖에?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2793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폴더 안의 폴더는 원칙적으로 URL 경로가 됩니다. 페이지가 아닌 재사용 부품(버튼, 카드 등)은 따로 components/에 모아둡니다.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383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492861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파일명은 대문자로 시작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2395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Counter.tsx처럼 컴포넌트 파일은 관례적으로 파스칼케이스(PascalCase)를 씁니다.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뼈대만 먼저 작성해봅니다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client 없이 시작해서 무슨 일이 생기는지 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components/Counter.tsx (1차 시도 — 일부러 미완성)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Counter()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&lt;button&gt;{count}&lt;/button&gt;;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 app/page.tsx에서 import해서 화면을 열어보면 어떻게 될까요? 다음 슬라이드에서 실제로 확인합니다.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계속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에러를 직접 만나봅니다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당황하지 마세요 — 의도된 실습입니다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⨯ Error: You're importing a component that needs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`useState`. This React hook only works in 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 component. To fix, mark the file (or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its parent) with the "use client" directive.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9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40599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에러가 말하는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3708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파일은 지금 Server Component로 취급되고 있는데, useState는 Client Component에서만 동작한다"는 뜻입니다.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840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49743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285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슬라이드에서 파일 맨 위에 한 줄만 추가하면 바로 해결됩니다.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client" 한 줄로 해결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파일의 맨 첫 줄에 추가합니다 — import보다도 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client";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Counter()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&lt;button&gt;{count}&lt;/button&gt;;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후 아직 화면엔 안 보입니다 (page.tsx에 연결 전) — 하지만 에러는 사라져야 정상입니다.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동작 완성하기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onClick으로 클릭할 때마다 count를 1씩 증가시킵니다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client";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Counter()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onClick={() =&gt; setCount((c) =&gt; c + 1)}&gt;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{count}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홈페이지에 Counter 연결하기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app/page.tsx에서 import해서 화면에 렌더링합니다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app/page.tsx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Counter } from "@/components/Counter";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&lt;h1&gt;웹서버보안프로그래밍 — 3주차&lt;/h1&gt;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&lt;Counter /&gt;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943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체크포인트: 브라우저에서 버튼을 눌러보세요 — 숫자가 올라가면 성공입니다.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만들기 ② — File-based Routing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폴더를 하나 만드는 것만으로 새 페이지(URL)가 생깁니다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이름이 곧 URL이 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폴더 구조 자체가 라우팅 규칙입니다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경로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app/page.tsx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 있음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app/about/page.tsx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/about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오늘 직접 만듭니다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app/products/[id]/page.tsx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/products/123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동적 라우팅 — 4주차에서 다룸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규칙: 폴더 안에 반드시 page.tsx라는 이름의 파일이 있어야 그 경로가 실제로 페이지가 됩니다 (다른 파일명은 인식되지 않습니다).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app/about 폴더와 page.tsx 만들기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폴더를 먼저 만들고, 그 안에 page.tsx를 작성합니다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app/about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app/about/page.tsx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app/about/page.tsx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AboutPage()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&lt;h1&gt;이 페이지는 app/about/page.tsx 입니다&lt;/h1&gt;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페이지를 Link로 연결하기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&lt;a&gt; 태그 대신 next/link의 &lt;Link&gt;를 씁니다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9436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Link from "next/link";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app/page.tsx 안, Counter 아래에 추가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href="/about"&gt;/about 페이지로 이동 →&lt;/Link&gt;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0208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05472" y="1911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&lt;a&gt; 태그가 아닌가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2219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&lt;Link&gt;는 페이지 전체를 새로고침하지 않고 필요한 부분만 바꿔치기합니다 (클라이언트 사이드 네비게이션).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2980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5472" y="28712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URL 입력도 테스트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31821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주소창에 localhost:3000/about을 직접 입력해도 똑같이 접속됩니다.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체크포인트: 링크를 눌러 /about으로 이동했다가, 다시 홈으로 돌아올 수 있는지 확인하세요.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만나는 에러 &amp; 해결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실습에서 실제로 가장 많이 나오는 4가지입니다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막히면 여기부터 확인하세요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당황하지 말고 순서대로 체크 — 대부분 여기서 해결됩니다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3832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useState 관련 에러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"use client" 누락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컴포넌트 파일 맨 첫 줄에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not found: @/components/...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경로 오타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파일명 대소문자·폴더 위치 재확인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3000 is already in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dev 서버가 안 꺼짐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터미널에서 Ctrl+C 후 재실행, 또는 다른 포트로 실행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클래스가 안 먹힘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globals.css import 누락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layout.tsx에 import "./globals.css" 있는지 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&amp; Vercel 배포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걸 세상에 공개하고, 과제로 제출합니다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상태 먼저 확인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create-next-app이 이미 git init까지 해뒀습니다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.gitignore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.next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.env*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 같은 비밀 파일이 .gitignore에 없다면 지금 추가하세요 — 커밋되고 나면 히스토리에서 지우기가 훨씬 번거롭습니다 (13주차에서 자세히 다룰 내용을 미리 예방).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레포에 push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assignments-&lt;학번&gt; 레포의 week03/ 폴더로 올립니다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"week03: create-next-app + about + Counter"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Organization의 assignments-&lt;학번&gt; 레포를 이미 만들어뒀다면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https://github.com/wss-2026/assignments-&lt;학번&gt;.git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레포를 아직 안 만들었다면: GitHub에서 wss-2026 organization → New repository → assignments-&lt;학번&gt; 이름으로 생성 후 위 명령어 실행.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Vercel로 배포하기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레포를 연결해두면 이후 push할 때마다 자동으로 재배포됩니다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740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26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방금 완료 — Organization 레포에 코드가 올라가 있어야 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2011680"/>
            <a:ext cx="219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2011680"/>
            <a:ext cx="25740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Import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926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vercel.com 로그인 → Add New → Project → 해당 레포 선택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2011680"/>
            <a:ext cx="219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2011680"/>
            <a:ext cx="25740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배포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926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설정은 그대로 두고 Deploy 클릭 — 1~2분 소요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2011680"/>
            <a:ext cx="219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2011680"/>
            <a:ext cx="25740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URL 확인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926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xxx.vercel.app 주소를 복사해둡니다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418795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확인할 것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1713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로그에 에러가 없는지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974336"/>
            <a:ext cx="48234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대시보드의 Deployments 탭에서 초록색 Ready 표시가 뜨는지 확인하세요. 빨간 Error면 로그를 열어 원인을 확인합니다.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40780" y="393192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15100" y="418795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15100" y="451713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push할 때마다 자동 재배포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515100" y="4974336"/>
            <a:ext cx="48234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코드를 고쳐서 다시 push하면, Vercel이 알아서 새로 빌드·배포합니다. 별도로 다시 Import할 필요가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— 제출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제출은 submissions 레포로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위치와 배포 주소만 제출하면 자동으로 채점됩니다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Fork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2608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wss-2026/submissions-2026 레포를 본인 계정으로 Fork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201168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201168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파일 작성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92608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submissions/week03/학번.json 에 repo_url, commit_sha, deploy_url 기입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201168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201168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생성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92608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Fork → 원본 레포로 Pull Request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201168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201168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7860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자동채점 확인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92608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PR에 뜨는 validate 체크 → merge 후 자동채점 결과 확인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2062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"student_id": "20231234",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"repo_url": "https://github.com/hong/websecprog-week03",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"commit_sha": "&lt;git rev-parse HEAD 결과&gt;",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"deploy_url": "https://hong-week03.vercel.app"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· Next.js 템플릿 프로젝트 설치·구조 이해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 체크리스트 (과제 #1)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5개를 모두 마쳐야 오늘 과제가 완료된 것입니다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975104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create-next-app으로 나만의 프로젝트 생성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633472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components/Counter.tsx — useState 쓰는 Client Component 직접 작성 (그대로 복붙 금지)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55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91840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app/about/page.tsx — /about 라우트 직접 추가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14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950208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Organization의 assignments-&lt;학번&gt;/week03/ 에 push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72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608576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배포 후, submissions 레포에 repo_url · commit_sha · deploy_url PR 제출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· Next.js 핵심 기능 심화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라우팅 · 데이터 페칭 · Suspense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449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8094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#1 — 오늘 만든 코드 + Vercel 배포 링크를 submissions 레포에 제출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52958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자동채점 결과에 실패 항목이 있으면 다음 시간 전까지 스스로 원인 찾아보기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2026-09-01T06:26:29Z</dcterms:created>
  <dcterms:modified xsi:type="dcterms:W3CDTF">2026-09-01T06:26:29Z</dcterms:modified>
</cp:coreProperties>
</file>