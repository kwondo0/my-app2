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테크스택 심층 소개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조합인가 — 대안과 비교하며 이해하기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테크스택 심층 소개 &amp; 개발환경 구축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기술을 “왜 선택했는지” 대안과 함께 살펴보고, 개발환경을 구축합니다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테크스택 6가지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Next.js · Tailwind · MongoDB · Auth.js · Vercel — 대안 기술과 비교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 구축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24 LTS, Git, VSCode 확장 설치 확인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클러스터 생성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클러스터부터 연결 문자열 발급까지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준비 상태 점검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 초대 수락 여부 확인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— 왜 React인가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선언형 UI + 컴포넌트 기반 아키텍처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492240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 전체의 UI 기반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5326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1546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생태계와 채용 시장 — Next.js·React Native까지 하나의 지식으로 확장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08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928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Components + Actions로 서버·클라이언트 경계를 코드 레벨에서 명확히 관리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52090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310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강의뿐 아니라 이후 배울 다른 프레임워크의 공통 기반이 되는 사고방식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1920240"/>
            <a:ext cx="4343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176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고려한 대안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Vue.js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26680" y="289864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학습곡선은 완만하지만 생태계 규모가 상대적으로 작음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41376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Svelte / SvelteKit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443026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타임 최적화가 강점이나 국내 채용 시장이 작음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— 하나의 프로젝트로 프론트+백엔드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기반 풀스택 프레임워크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492240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모든 예제가 이 위에서 만들어짐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5326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1546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프론트엔드와 API(Route Handlers·Server Actions)를 한 저장소에서 관리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08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928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SSR/SSG/ISR을 자동으로 선택해주는 렌더링 전략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52090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310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Vercel과의 배포 연동이 매끄러워 “빌드→배포” 과정이 매우 단순함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1920240"/>
            <a:ext cx="4343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176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고려한 대안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React(SPA) + Express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26680" y="289864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프론트/백엔드 저장소가 분리되어 배포·관리가 이중으로 필요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41376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Remix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443026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철학은 유사하지만 국내 자료·커뮤니티가 상대적으로 적음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v4 · shadcn/ui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CSS-first 유틸리티 스타일링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492240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v4 · shadcn/ui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가장 널리 쓰이는 조합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5326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1546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v4부터 tailwind.config.js 없이 CSS의 @theme로 설정 — 빌드가 더 가볍고 빠름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08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928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shadcn/ui는 설치형 라이브러리가 아니라 “복사해서 쓰는” 컴포넌트 — 커스터마이징 자유도가 높음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52090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310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이름을 따로 짓지 않아도 되어 팀 협업 시 스타일 충돌이 적음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1920240"/>
            <a:ext cx="4343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176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고려한 대안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Modules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26680" y="289864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직관적이지만 반복적인 클래스 관리 부담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41376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styled-components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443026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CSS-in-JS 오버헤드, RSC와 궁합이 아쉬움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· Mongoose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유연한 스키마의 NoSQL 데이터베이스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492240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· Mongoose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 전체의 단일 DB 스택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5326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1546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JSON과 유사한 문서(document) 구조 — JS/TS 객체와 자연스럽게 매핑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08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928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Mongoose로 스키마 검증을 갖추면서도, 관계형 DB 대비 초기 설계 부담이 적음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52090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310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보안 실습(NoSQL Injection)까지 이어지는 이 강의의 핵심 축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1920240"/>
            <a:ext cx="4343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176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고려한 대안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26680" y="289864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데이터 무결성은 강력하지만, 초반 학습엔 스키마 설계 부담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41376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443026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Vendor Lock-in, 소스코드 레벨 학습에는 제약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(NextAuth) v5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인증 라이브러리 — 베타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492240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v5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인증의 동작 원리를 직접 배우는 선택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5326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1546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OAuth(Google·GitHub)와 Credentials 로그인을 직접 구현하며 인증의 동작 원리를 배움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08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928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세션·토큰을 코드로 직접 다루기 때문에 13주차 보안 실습(세션·시크릿 관리)과 자연스럽게 연결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52090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310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API라 학기 중 변경될 수 있음 — 변경 사항은 수업 중 공지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1920240"/>
            <a:ext cx="4343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176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고려한 대안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Clerk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26680" y="289864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 SaaS, 몇 줄로 로그인 UI까지 완성 — 오늘 소개만 하고 실습에는 사용하지 않음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41376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443026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MongoDB 스택과 분리된 별도 생태계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제작사의 클라우드 배포 플랫폼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492240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829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과제 제출마다 실제 배포 URL 확보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5326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1546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레포를 연결하면 push할 때마다 자동 배포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08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928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Hobby(무료) 티어로 학습·과제용 배포에 충분 (비영리 목적 한정)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5209032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831080"/>
            <a:ext cx="55778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Next.js의 서버 컴포넌트·서버 액션을 별도 설정 없이 그대로 지원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52360" y="1920240"/>
            <a:ext cx="43434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21762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고려한 대안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26680" y="26060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Netlify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26680" y="289864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사이트에 강점, Next.js 서버 기능 지원은 제한적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41376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서버 운영(VPS)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26680" y="4430268"/>
            <a:ext cx="3794760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목적엔 배포 자체가 과제 범위를 벗어남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 구축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Git · VSCode · MongoDB Atlas — 3주차부터 바로 실습할 수 있도록 오늘 준비합니다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설치 확인하기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명령어 결과가 나오면 준비 완료입니다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675120" cy="4023360"/>
          </a:xfrm>
          <a:prstGeom prst="roundRect">
            <a:avLst>
              <a:gd name="adj" fmla="val 18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v24.x.x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50215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83133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10.x.x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48970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481888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2.4x.x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196596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9560" y="2240280"/>
            <a:ext cx="457200" cy="457200"/>
          </a:xfrm>
          <a:prstGeom prst="ellipse">
            <a:avLst/>
          </a:prstGeom>
          <a:solidFill>
            <a:srgbClr val="16A34A">
              <a:alpha val="14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35000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095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909560" y="32918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24 LTS 버전이 잡히는지 확인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버전이 다르면 nodejs.org에서 재설치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Git이 없다면 git-scm.com에서 설치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오류가 나면 조교/수업 채널에 즉시 질문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VSCode 추천 확장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설치해두면 이후 모든 실습이 훨씬 편해집니다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695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30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ESLint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1305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중 실시간으로 오류·스타일 문제를 잡아줌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29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90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Prettier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0906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때 코드 포맷을 자동으로 정리 — 팀 협업 시 스타일 통일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18978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50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IntelliSense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0507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유틸리티 클래스 자동완성 및 미리보기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1499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for VS Code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0109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안에서 바로 컬렉션과 문서를 조회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클러스터 만들기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무료(M0) 클러스터 생성부터 연결 문자열 발급까지 5단계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942186" cy="320040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7709" y="237744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772" y="25135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5468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계정 생성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17593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mongodb.com/atlas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가입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82266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83434" y="2057400"/>
            <a:ext cx="1942186" cy="320040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1062" y="237744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25" y="251350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3434" y="315468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클러스터 생성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74874" y="3566160"/>
            <a:ext cx="17593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M0(무료) 티어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선택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25619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926787" y="2057400"/>
            <a:ext cx="1942186" cy="320040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14416" y="237744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479" y="251350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6787" y="315468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Network Access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18227" y="3566160"/>
            <a:ext cx="17593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허용 IP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868973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070141" y="2057400"/>
            <a:ext cx="1942186" cy="320040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57770" y="237744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832" y="251350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70141" y="315468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Database User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161581" y="3566160"/>
            <a:ext cx="17593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접속용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생성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012326" y="324612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213494" y="2057400"/>
            <a:ext cx="1942186" cy="320040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901123" y="237744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186" y="2513503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13494" y="315468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연결 문자열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304934" y="3566160"/>
            <a:ext cx="175930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Connection String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 → .env 저장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발급받은 연결 문자열은 절대 코드에 직접 작성하지 않고 .env(.local) 파일에만 저장합니다 — 6주차·13주차와 바로 연결되는 습관입니다.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Next.js 템플릿 프로젝트 설치와 App Router 구조 이해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클러스터 생성 및 연결 문자열 확보해오기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Organization 초대를 아직 수락하지 않았다면 오늘 완료하기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2026-08-19T07:29:49Z</dcterms:created>
  <dcterms:modified xsi:type="dcterms:W3CDTF">2026-08-19T07:29:49Z</dcterms:modified>
</cp:coreProperties>
</file>