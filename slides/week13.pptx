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실습 강화판 · 안전 버전(after)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보안 I — 직접 고치기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12주차에 재현한 XSS·시크릿 노출을 직접 고치고, NoSQL Injection 방어와 IDOR 실습까지.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로컬에서 안전하게 확인해도 되는 after 버전입니다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before → after 전체 그림 (10분)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12주차와 오늘, 무엇이 바뀌었는지 한눈에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3225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XSS 수정: 위험한 API 자체를 없애기 (25분)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dangerouslySetInnerHTML이 애초에 필요 없었던 이유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66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91693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시크릿 수정: fail fast 패턴 (25분)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227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폴백 값 대신 즉시 실패하게 만들기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5112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NoSQL Injection과 안전한 검색 (35분)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8221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escapeRegExp — 처음부터 안전하게 만드는 법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153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41056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IDOR 재현 + 원상복구 실습 (30분)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416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 검사 세 줄을 직접 지웠다 되돌리기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097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7000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정리: 오늘 배운 두 가지 원칙 (15분)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50109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"필요 없던 위험", "기본값 vs 즉시 실패"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041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294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실습 확인 + 배포/제출 (20분)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605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가지 수정 사항을 모두 직접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after 전체 그림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12주차에서 일부러 남긴 것을 오늘 정확히 되돌립니다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12주차에 무엇을 재현했었나요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오늘은 그 취약점 3가지 + 새 기능 1가지를 다룹니다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20624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12주차 (before)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13주차 (after)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공지 렌더링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dangerouslySetInnerHTML (XSS)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whitespace-pre-wrap + {content}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AUTH_SECRET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|| "dev-secret-..." 하드코딩 폴백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assertAuthSecret() — 없으면 즉시 에러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/api/debug/env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인증 없이 환경변수 그대로 응답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 자체를 삭제 (404)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상품 검색 (신규)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escapeRegExp로 NoSQL Injection 방어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수정: 위험한 API 자체를 없애기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"필요 없던 위험"이 가장 흔한 취약점입니다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dangerouslySetInnerHTML이 애초에 필요 없었나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목적은 '줄바꿈 표시'였는데, 그건 CSS 한 줄로 충분했습니다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before (12주차, 취약) — HTML을 직접 주입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dangerouslySetInnerHTML={{ __html: notice.content.replace(/\n/g, "&lt;br&gt;") }} /&gt;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after (13주차, 수정) — CSS로 줄바꿈만 처리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className="whitespace-pre-wrap leading-7 ..."&gt;{notice.content}&lt;/p&gt;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whitespace-pre-wrap은 텍스트 안의 \n(줄바꿈 문자)을 그대로 화면에 반영해주는 CSS 속성입니다 — &lt;br&gt; 태그로 직접 바꿀 필요가 처음부터 없었습니다.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교훈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"이거 없이 못 하나?"를 먼저 물어보기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위험한 API를 쓰기 전에 던져야 할 가장 중요한 질문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사례의 교훈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필요는 착각이었다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dangerouslySetInnerHTML을 쓴 이유(줄바꿈 표시)는 사실 CSS만으로 완전히 해결 가능했습니다. '방법을 몰라서' 위험한 길을 택한 경우입니다.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정말 필요하다면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새니타이저(DOMPurify 등)와 함께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리치 텍스트 에디터처럼 진짜 HTML을 저장해야 하는 경우라면, 저장/렌더링 전 반드시 DOMPurify 같은 라이브러리로 위험한 태그·속성을 걸러내야 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12주차와 똑같이 &lt;script&gt;alert(1)&lt;/script&gt;를 넣고 저장한 뒤 상세 페이지를 열어보세요 — 이제는 경고창 대신 "&amp;lt;script&amp;gt;..."라는 글자 그대로가 보여야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시크릿 수정: Fail Fast 패턴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조용한 기본값보다, 시끄러운 즉시 실패가 안전합니다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 — assertAuthSecret() 추가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환경변수가 없으면 서버가 뜨는 시점에 바로 명확한 에러로 멈춥니다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assertAuthSecret(): string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secret = process.env.AUTH_SECRET;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(!secret)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"AUTH_SECRET 환경변수가 없습니다. .env.local.example을 참고해...",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secret;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authSecret = assertAuthSecret();   // 파일 로드 시점에 즉시 검사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NextAuth({ secret: authSecret, ... })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"기본값" vs "즉시 실패", 무엇을 고를까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설정이 빠졌을 때 어떻게 반응할지는 보안 설계의 중요한 선택입니다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  <a:gridCol w="4297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하드코딩된 폴백 (12주차)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 Fast (13주차)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환경변수 없을 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조용히 기본값으로 동작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즉시 에러와 함께 서버 종료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실수를 알아채는 시점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후, 사고가 난 뒤 (너무 늦음)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로컬 개발 중 또는 배포 파이프라인에서 즉시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위험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기본값이 코드에 그대로 노출됨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위험 자체가 코드에 존재하지 않음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480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.env.local에서 AUTH_SECRET을 잠깐 지우고 npm run dev를 다시 실행해보세요 — 명확한 에러 메시지와 함께 서버가 즉시 종료되는 것을 확인할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app/api/debug/env/route.ts — 통째로 삭제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확실한 수정은 '고치는 것'이 아니라 '없애는 것'입니다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rm app/api/debug/env/route.ts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실습: 접속해보면 이제 404가 나야 정상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http://localhost:3000/api/debug/env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5262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디버그 엔드포인트를 '인증을 추가해서 고치는' 방법도 있지만, 애초에 배포판에 존재할 필요가 없는 코드라면 삭제가 가장 안전합니다 — 없는 코드는 취약해질 수도 없습니다.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Injection과 안전한 검색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안전하게 만드는 것이 나중에 고치는 것보다 낫습니다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Injection이란 — SQL Injection의 MongoDB 버전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쿼리는 JSON 객체이기 때문에 생기는 특유의 위험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3108960"/>
          </a:xfrm>
          <a:prstGeom prst="roundRect">
            <a:avLst>
              <a:gd name="adj" fmla="val 235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만약 사용자 입력을 검증 없이 그대로 쓴다면...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User.findOne({ email: req.body.email, password: req.body.password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공격자가 password로 문자열 대신 이런 객체를 보내면: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"$ne": null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쿼리가 "password가 null이 아닌 아무 값"으로 바뀌어버림 → 로그인 우회 가능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예시는 개념 설명용입니다 — 우리 프로젝트의 로그인(auth.ts)은 credentials.password가 문자열인지 typeof로 이미 검증하고 있어 안전합니다(7주차 코드 참고).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lib/products.ts — searchProducts() 설계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위험한 방법을 먼저 보고, 실제로 만든 안전한 방법과 비교합니다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위험한 방법 (만들지 않았습니다)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ProductModel.find({ name: { $regex: rawQuery }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실제로 만든 방법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(typeof rawQuery !== "string" || rawQuery.trim() === "")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getProducts();   // 문자열이 아니면 즉시 폴백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safePattern = escapeRegExp(rawQuery.trim());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ProductModel.find({ name: { $regex: safePattern, $options: "i" } });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escapeRegExp() — 정규식 특수문자 무력화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함수 하나가 두 가지 종류의 공격을 동시에 막습니다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escapeRegExp(text: string): string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text.replace(/[.*+?^${}()|[\]\\]/g, "\\$&amp;");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escapeRegExp(".*")  →  "\\.\\*"  (글자 그대로의 점과 별표로 취급됨)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53721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55371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막는 것 ①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8289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연산자 주입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340096"/>
            <a:ext cx="48234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rawQuery가 문자열이 아니면(배열/객체) 즉시 폴백하므로 { $regex: {...} } 같은 조작이 불가능합니다.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4297680"/>
            <a:ext cx="53721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5100" y="455371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막는 것 ②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488289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의도치 않은 정규식 매칭·ReDoS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5340096"/>
            <a:ext cx="48234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*, +, ? 같은 특수문자가 이스케이프되어 '글자 그대로'만 매칭됩니다 — 모든 상품이 노출되거나 서버가 느려지는 것을 방지.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안전한 검색 확인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/products?q=.* 처럼 정규식 특수문자를 직접 넣어봅니다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http://localhost:3000/products?q=.*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기대 결과: ".*"라는 문자를 이름에 실제로 포함한 상품만(보통 없음) 검색됨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잘못된 결과: 모든 상품이 나오거나 서버 에러가 발생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검사가 통과한다면 escapeRegExp가 제대로 동작하고 있다는 뜻입니다 — 정규식 특수문자가 '기능'이 아니라 '글자'로 취급되고 있는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재현 + 원상복구 실습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 검사 세 줄을 직접 지웠다가 되돌립니다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app/orders/[id]/page.tsx — 실습 절차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11주차부터 있던 코드지만, 오늘은 직접 지워보고 위험을 체감합니다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세 줄 확인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isOwner, isAdmin, if (!isOwner &amp;&amp; !isAdmin) { notFound(); }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7495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12694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1386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013862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주석 처리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13862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세 줄을 잠깐 // 로 막아둠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39005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76749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77917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77917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계정 B로 접근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77917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계정 A의 주문 id로 /orders/그id 접속 → 이제는 보임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3059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40803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1971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541971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원상복구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541971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주석을 반드시 해제하고 저장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711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604858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0602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806026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diff로 재확인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806026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diff로 정말 원래대로 돌아왔는지 커밋 전 확인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세 줄이 실제 배포판의 유일한 방어선입니다 — 커밋 전 diff 확인을 절대 건너뛰지 마세요. 원상복구를 깜빡하고 커밋하면 방금 재현한 IDOR가 그대로 배포됩니다.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재확인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인증(Authentication) vs 인가(Authorization)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IDOR는 정확히 이 둘의 차이를 놓쳤을 때 생깁니다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인증만 확인 (세 줄 지운 상태)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"로그인이 되어 있다"만 확인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(!session?.user) { redirect("/login"); } — 누구든 로그인만 하면 그다음은 검사 없이 통과.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+ 인가 (원래 코드)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리소스에 접근할 권한이 있다"까지 확인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isOwner || isAdmin — 로그인 여부와 별개로, '이 주문이 네 것인가'를 반드시 다시 확인.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7주차에 처음 구분했던 이 두 개념이, 11주차 주문 조회를 거쳐 오늘 다시 등장했습니다 — 이 학기 보안 개념 중 가장 중요한 축입니다.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정리: 오늘 배운 두 가지 원칙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원칙은 이 과목을 넘어 실무 전체에 적용됩니다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 2가지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고친 모든 것을 관통하는 원칙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사례에 어떻게 적용됐는지 다시 짚어봅니다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 1 — "필요 없던 위험"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위험한 API를 쓰기 전에 대안부터 찾기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사례: dangerouslySetInnerHTML 대신 whitespace-pre-wrap. 정적 분석보다 이 습관이 더 효과적일 때가 많습니다.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 2 — "기본값 vs 즉시 실패"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조용한 폴백보다 시끄러운 실패가 안전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시크릿 사례: assertAuthSecret(). 검색 사례: 문자열이 아니면 즉시 전체 목록으로 폴백.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14주차에는 나머지 취약점(Rate Limiting, 보안 헤더)까지 다루고, 이번 학기 배운 보안 개념 전체를 하나의 체크리스트로 정리합니다.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자주 만나는 실수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'원상복구'를 깜빡하는 것이 가장 흔한 실수입니다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XSS가 여전히 재현됨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dangerouslySetInnerHTML 제거 안 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app/notices/[id]/page.tsx 코드 재확인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서버가 안 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AUTH_SECRET을 빼먹은 채로 그대로 둠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이건 의도된 동작(fail fast) — .env.local 채우기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검색이 아무 결과도 안 나옴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escapeRegExp를 너무 과하게 적용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 검색어(예: '머그컵')로 먼저 테스트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IDOR 원상복구를 깜빡함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실습 후 diff 확인을 안 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커밋 전 git diff로 소유권 검사 세 줄 복구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/api/debug/env가 여전히 200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route.ts 파일 삭제 안 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app/api/debug 폴더 자체가 없는지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&amp;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안전한 버전(after)이니 배포해도 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Vercel → submissions-2026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어떻게 고쳤는지 커밋 메시지에 간단히 남기면 좋습니다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64592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   # .env.local 목록에 없는지 확인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 &amp;&amp; git commit -m "week13: XSS/시크릿 수정 + 안전한 검색 + IDOR 실습"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submissions-2026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week13/학번.json 로 PR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971032" y="384048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08776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repo_url · commit_sha · deploy_url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사이트에서도 4가지 수정 사항을 확인 후 제출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I — 직접 고치기 (after)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#10)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5개를 모두 마쳐야 오늘 과제가 완료된 것입니다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XSS 재현이 더 이상 안 되는지 확인 (글자 그대로 보이는지)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24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6609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/api/debug/env가 404인지 확인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107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3467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검색어에 정규식 특수문자를 넣어도 에러 없이 안전하게 동작하는지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0965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965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325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재현(소유권 검사 주석 처리) + 반드시 원상복구까지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823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7183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레포에 push + 수정 내용 간단히 설명 → submissions-2026에 PR 제출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14주차 · 풀스택 보안 II (마무리)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Limiting과 보안 헤더까지 마치고, 이번 학기 보안 개념 전체를 체크리스트로 정리합니다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27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27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6382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#10 — 오늘 고친 코드 + Vercel 배포 링크를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7764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76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71246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두 원칙(필요 없던 위험, fail fast)을 14주차 최종 정리에서 다시 만납니다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2026-09-01T07:35:17Z</dcterms:created>
  <dcterms:modified xsi:type="dcterms:W3CDTF">2026-09-01T07:35:17Z</dcterms:modified>
</cp:coreProperties>
</file>