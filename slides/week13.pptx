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06B6D4">
              <a:alpha val="2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68470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31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소스코드 레벨 보안 실습 I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12주차 취약점을 고치고, NoSQL Injection과 IDOR을 직접 다룹니다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before(취약)에서 after(수정)로 — 오늘은 우리가 직접 고칩니다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정보보호학과  ·  중부대학교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다룰 내용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찾는 것에서 고치는 것으로 넘어갑니다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· 소스코드 레벨 보안 실습 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223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848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12주차 취약점 수정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51960" y="208483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저장형 XSS와 시크릿 노출을 실제로 고칩니다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32753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NoSQL Injection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1960" y="313639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추가하는 상품 검색 기능으로 개념부터 방어까지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432694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87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IDOR 재현 실습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51960" y="418795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11주차의 소유권 검사를 직접 지워보고, 왜 필요한지 체감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525780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5378501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52395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분석 vs 코드 리뷰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251960" y="523951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두 가지 검증이 모두 필요한지 다시 확인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저장형 XSS 수정 — 사실 필요 없던 API였습니다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app/notices/[id]/page.tsx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· 소스코드 레벨 보안 실습 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51560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671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1671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08176" y="216712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939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before (12주차)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2514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dangerouslySetInnerHTML={{ __html: notice.content... }} /&gt;</a:t>
            </a:r>
            <a:pPr indent="0" marL="0">
              <a:buNone/>
            </a:pPr>
            <a:r>
              <a:rPr lang="en-US" sz="12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이스케이프 없음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1051560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39959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144" y="39959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1408176" y="399592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9227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after (13주차)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43434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className="whitespace-pre-wrap"&gt;{notice.content}&lt;/p&gt;</a:t>
            </a:r>
            <a:pPr indent="0" marL="0">
              <a:buNone/>
            </a:pPr>
            <a:r>
              <a:rPr lang="en-US" sz="12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자동 이스케이프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577840"/>
            <a:ext cx="347472" cy="347472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473" y="5661233"/>
            <a:ext cx="180685" cy="18068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16152" y="55595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교훈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096512" y="5559552"/>
            <a:ext cx="7059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"줄바꿈 보여주기"에 dangerouslySetInnerHTML은 애초에 필요 없었습니다 — whitespace-pre-wrap이면 충분했습니다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시크릿 노출 수정 — 기본값이 아니라 즉시 실패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auth.ts + 잊혀진 디버그 라우트 삭제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· 소스코드 레벨 보안 실습 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51560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671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1671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08176" y="216712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939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before (12주차)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2514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secret: process.env.AUTH_SECRET || "dev-secret-please-change-me"</a:t>
            </a:r>
            <a:pPr indent="0" marL="0">
              <a:buNone/>
            </a:pPr>
            <a:r>
              <a:rPr lang="en-US" sz="12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폴백 존재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1051560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39959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144" y="39959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1408176" y="399592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9227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after (13주차)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43434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assertAuthSecret() {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2688" y="467258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(!process.env.AUTH_SECRET) throw new Error("AUTH_SECRET이 없습니다...")</a:t>
            </a:r>
            <a:pPr indent="0" marL="0">
              <a:buNone/>
            </a:pPr>
            <a:r>
              <a:rPr lang="en-US" sz="12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fail fast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32688" y="500176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process.env.AUTH_SECRET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2688" y="533095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6035040"/>
            <a:ext cx="310896" cy="310896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695" y="6109655"/>
            <a:ext cx="161666" cy="16166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79576" y="60167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app/api/debug/env/route.ts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059936" y="6016752"/>
            <a:ext cx="7095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통째로 삭제했습니다 — 잊고 지우지 않은 디버그 엔드포인트가 원인이었습니다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NoSQL Injection이란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Injection의 MongoDB 버전 — 사용자 입력이 쿼리 구조 자체를 바꿔버립니다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· 소스코드 레벨 보안 실습 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223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848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정상적인 경우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51960" y="208483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입력은 "검색어 텍스트"로만 취급되어야 합니다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DC2626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32753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문제가 되는 경우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1960" y="313639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입력값이 그대로 쿼리 연산자(예: $where, $regex, $ne)로 해석되면, 검색 결과를 조작하거나 인증 조건을 우회할 수 있습니다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432694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87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다룰 위치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51960" y="418795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추가하는 상품 검색(/products?q=) — 이번엔 처음부터 안전하게 만듭니다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검색 — 위험한 방법 vs 안전한 방법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lib/products.ts — searchProducts()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· 소스코드 레벨 보안 실습 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51560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671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1671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08176" y="216712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939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before (만들지 않음)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2514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ProductModel.find({ name: { $regex: rawQuery } })</a:t>
            </a:r>
            <a:pPr indent="0" marL="0">
              <a:buNone/>
            </a:pPr>
            <a:r>
              <a:rPr lang="en-US" sz="12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입력을 그대로 사용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10515600" cy="237744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39959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144" y="39959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1408176" y="399592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9227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after (실제 구현)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43434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escapeRegExp(text) {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2688" y="467258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text.replace(/[.*+?^${}()|[\]\\]/g, "\\$&amp;")</a:t>
            </a:r>
            <a:pPr indent="0" marL="0">
              <a:buNone/>
            </a:pPr>
            <a:r>
              <a:rPr lang="en-US" sz="12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특수문자 무력화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32688" y="500176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2688" y="533095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safePattern = escapeRegExp(rawQuery.trim())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32688" y="566013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ProductModel.find({ name: { $regex: safePattern, $options: "i" } })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입력 처리, 두 단계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두 단계는 검색뿐 아니라 사용자 입력을 다루는 모든 곳에 적용됩니다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· 소스코드 레벨 보안 실습 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95628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691" y="255922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타입 검증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문자열이 아니면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무시하거나 거부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118104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319272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74820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883" y="255922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9272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이스케이프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10712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특수문자를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"그냥 텍스트"로 무력화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797296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5998464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54012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075" y="2559223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998464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그 다음 쿼리에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089904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안전해진 값만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연산자에 전달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476488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8677656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633204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9267" y="2559223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677656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8769096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입력은 항상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"검색어"로만 해석됨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IDOR, 이번엔 직접 재현해봅니다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app/orders/[id]/page.tsx의 소유권 검사를 잠깐 지워보세요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· 소스코드 레벨 보안 실습 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51560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671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1671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08176" y="216712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939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current (안전)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2514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isOwner = order.userId === session.user.id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" y="284378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isAdmin = session.user.role === "admin"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2688" y="317296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(!isOwner &amp;&amp; !isAdmin) notFound()</a:t>
            </a:r>
            <a:pPr indent="0" marL="0">
              <a:buNone/>
            </a:pPr>
            <a:r>
              <a:rPr lang="en-US" sz="12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이 세 줄을 잠깐 지워보세요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438912" cy="438912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419" y="4585899"/>
            <a:ext cx="228234" cy="22823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07592" y="44622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절차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187952" y="4462272"/>
            <a:ext cx="6967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위 세 줄 주석 처리 → ② 다른 계정 주문 id로 접속 → ③ 상세 내역이 그대로 보이는지 확인 → ④ 반드시 원상복구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5394960"/>
            <a:ext cx="438912" cy="438912"/>
          </a:xfrm>
          <a:prstGeom prst="ellipse">
            <a:avLst/>
          </a:prstGeom>
          <a:solidFill>
            <a:srgbClr val="DC2626">
              <a:alpha val="14000"/>
            </a:srgbClr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419" y="5500299"/>
            <a:ext cx="228234" cy="22823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307592" y="53766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위험한가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187952" y="5376672"/>
            <a:ext cx="6967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"로그인했는지"만 확인하고 "그 사람 것인지"를 확인하지 않으면 인증은 있어도 인가는 없는 상태입니다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체크리스트 (과제 #10)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· 소스코드 레벨 보안 실습 I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128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084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12주차 XSS 재현이 더 이상 안 되는지 확인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06240" y="20848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&lt;script&gt;alert(1)&lt;/script&gt;를 넣어도 실행되지 않고 글자 그대로 보이는지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21868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0906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/api/debug/env가 404인지 확인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206240" y="30906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삭제된 디버그 엔드포인트가 더 이상 응답하지 않는지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22452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0965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검색어에 정규식 특수문자 넣어보기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206240" y="409651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.*, (a|b) 를 검색창에 넣어도 에러 없이 "그 문자 그대로" 검색되는지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23036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51023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IDOR 재현 + 원상복구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206240" y="510235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소유권 검사를 지웠다 확인하고 반드시 되돌린 뒤 커밋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612648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6236208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61081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206240" y="610819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assignments-&lt;학번&gt;/week13/ push + 무엇을 어떻게 고쳤는지 짧은 설명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06B6D4">
              <a:alpha val="2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68470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77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안내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3063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14주차 · 소스코드 레벨 보안 실습 II — Rate Limiting, 보안 헤더, 그리고 풀스택 보안 거버넌스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931920"/>
            <a:ext cx="384048" cy="384048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52" y="4024092"/>
            <a:ext cx="199705" cy="1997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39502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#10 — XSS/시크릿 수정 확인 + NoSQL Injection 방어 확인 + IDOR 재현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4526280"/>
            <a:ext cx="384048" cy="384048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2" y="4618452"/>
            <a:ext cx="199705" cy="19970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45445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14주차에 5종 취약점 실습이 마무리되고, 전체 보안 체크리스트를 정리합니다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4008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웹서버보안프로그래밍  ·  정보보호학과  ·  중부대학교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2026-08-19T11:25:33Z</dcterms:created>
  <dcterms:modified xsi:type="dcterms:W3CDTF">2026-08-19T11:25:33Z</dcterms:modified>
</cp:coreProperties>
</file>