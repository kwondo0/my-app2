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11주차 실습 강화판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2860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고급 예제 II — 쇼핑몰 완성 (주문)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42900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결제하기를 실제 주문 생성으로 완성합니다. 이 코드가 12~14주차 OWASP 실습의 베이스가 됩니다.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035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웹서버보안프로그래밍 · 정보보호학과 · 중부대학교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11주차 · 고급 예제 II — 쇼핑몰 완성 (주문)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오늘 3시간, 이렇게 진행합니다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주로 쇼핑몰 레퍼런스 프로젝트가 완성됩니다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837944"/>
            <a:ext cx="256032" cy="256032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78992" y="1728216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결제를 '단순화'한다는 것 (10분)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078992" y="2039112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결제 대행사 없이 핵심(인증·검증·소유권)에 집중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432304"/>
            <a:ext cx="256032" cy="256032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078992" y="2322576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Order 스키마 설계 (20분)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078992" y="2633472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왜 참조뿐 아니라 이름/가격을 복사해서 저장하는가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026664"/>
            <a:ext cx="256032" cy="256032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78992" y="2916936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원자적 재고 감소: $inc (20분)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078992" y="3227832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동시 주문에도 재고가 꼬이지 않는 이유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3621024"/>
            <a:ext cx="256032" cy="256032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78992" y="3511296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checkoutAction 전체 흐름 (35분)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078992" y="3822192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재검증 → 주문 생성 → 재고 감소 → 장바구니 비움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4215384"/>
            <a:ext cx="256032" cy="256032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078992" y="4105656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 주문 내역 페이지 (20분)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078992" y="4416552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본인 주문만 조회 — 소유권 검사 반복 적용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48640" y="4809744"/>
            <a:ext cx="256032" cy="256032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1078992" y="4700016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⑥ 주문 상세 &amp; IDOR (30분)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1078992" y="5010912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404로 존재 자체를 숨기는 이유 — 12~14주차 예고편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48640" y="5404104"/>
            <a:ext cx="256032" cy="256032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78992" y="5294376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⑦ 실습 확인 + 배포/제출 (25분)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1078992" y="5605272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결제 흐름, 남의 주문 접근 시도까지 직접 테스트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1945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6517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결제를 '단순화'한다는 것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6118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결제 대행사 연동 없이, 핵심에 집중합니다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11주차 · 고급 예제 II — 쇼핑몰 완성 (주문)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11주차 · 고급 예제 II — 쇼핑몰 완성 (주문)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설계 결정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왜 실제 결제 대행사(PG)를 안 붙이나요?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과목의 목표는 결제 연동이 아니라 인증·검증·소유권입니다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37210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221992"/>
            <a:ext cx="4823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결제라면 필요한 것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551176"/>
            <a:ext cx="48234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 연동, 웹훅, 결제 실패 재처리...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008376"/>
            <a:ext cx="482346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카드 결제, 환불, 부분 취소 등 복잡도가 매우 높고, 이 과목의 핵심(보안)과 직접 관련이 적습니다.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40780" y="1965960"/>
            <a:ext cx="537210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515100" y="2221992"/>
            <a:ext cx="4823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오늘 선택한 방식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515100" y="2551176"/>
            <a:ext cx="48234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"결제하기" = 주문(Order) 레코드 생성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515100" y="3008376"/>
            <a:ext cx="482346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돈은 오가지 않지만, 인증·재검증·소유권이라는 보안의 핵심 뼈대는 실제 커머스와 완전히 동일합니다.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572000"/>
            <a:ext cx="11064240" cy="1280160"/>
          </a:xfrm>
          <a:prstGeom prst="roundRect">
            <a:avLst>
              <a:gd name="adj" fmla="val 5714"/>
            </a:avLst>
          </a:prstGeom>
          <a:solidFill>
            <a:srgbClr val="ECFDF5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754880"/>
            <a:ext cx="10332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10주차의 원칙(범위를 의도적으로 좁혀서 핵심에 집중)이 여기서도 이어집니다 — react-hook-form/Zod, populate를 안 쓴 것과 같은 결입니다.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1945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6517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스키마 설계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6118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왜 상품을 참조만 하지 않고 이름·가격을 복사해서 저장하나요?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11주차 · 고급 예제 II — 쇼핑몰 완성 (주문)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11주차 · 고급 예제 II — 쇼핑몰 완성 (주문)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models/Order.ts — orderItemSchema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productId(참조)뿐 아니라 name/price를 그대로 복사합니다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F172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103120"/>
            <a:ext cx="104241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orderItemSchema = new Schema(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productId: { type: Schema.Types.ObjectId, ref: "Product", required: true },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name: { type: String, required: true },      // 이 시점의 상품명 복사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price: { type: Number, required: true, min: 0 },   // 이 시점의 가격 복사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qty: { type: Number, required: true, min: 1 },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 _id: false }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11주차 · 고급 예제 II — 쇼핑몰 완성 (주문)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왜 이렇게 하나요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참조만 했다면 벌어졌을 일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커머스의 표준 관행 — "그때 얼마에 샀는지"는 영구히 보존되어야 합니다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2574036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21305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2532888"/>
            <a:ext cx="21717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만약 productId만 저장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2880360"/>
            <a:ext cx="21717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주문 상세를 볼 때마다 Product 컬렉션을 다시 조회해야 함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3140964" y="1965960"/>
            <a:ext cx="21945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3378708" y="1965960"/>
            <a:ext cx="2574036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579876" y="21305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3579876" y="2532888"/>
            <a:ext cx="21717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그런데 가격이 바뀌면?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3579876" y="2880360"/>
            <a:ext cx="21717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과거 주문의 금액이 '오늘 가격'으로 잘못 표시됨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971032" y="1965960"/>
            <a:ext cx="21945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08776" y="1965960"/>
            <a:ext cx="2574036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09944" y="21305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6409944" y="2532888"/>
            <a:ext cx="21717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그런데 상품이 삭제되면?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6409944" y="2880360"/>
            <a:ext cx="21717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과거 주문 내역에서 상품 이름조차 알 수 없게 됨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8801100" y="1965960"/>
            <a:ext cx="21945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9038844" y="1965960"/>
            <a:ext cx="2574036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240012" y="21305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9240012" y="2532888"/>
            <a:ext cx="21717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그래서 복사 저장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9240012" y="2880360"/>
            <a:ext cx="21717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주문은 '그 순간의 스냅샷' — 이후 상품 변경과 완전히 무관해짐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48640" y="4160520"/>
            <a:ext cx="11064240" cy="1280160"/>
          </a:xfrm>
          <a:prstGeom prst="roundRect">
            <a:avLst>
              <a:gd name="adj" fmla="val 5714"/>
            </a:avLst>
          </a:prstGeom>
          <a:solidFill>
            <a:srgbClr val="ECFDF5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14400" y="4343400"/>
            <a:ext cx="10332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10주차의 "쿠키에는 가격을 담지 않는다"와 정반대 방향의 설계처럼 보이지만, 원리는 같습니다 — 각 데이터가 '언제 유효한 값인지'를 정확히 구분하는 것.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1945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6517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원자적 재고 감소: $inc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6118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동시에 여러 명이 주문해도 재고가 꼬이지 않는 이유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11주차 · 고급 예제 II — 쇼핑몰 완성 (주문)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11주차 · 고급 예제 II — 쇼핑몰 완성 (주문)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 상황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왜 그냥 stock -= qty; save()가 위험한가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"읽고 → 계산하고 → 다시 쓰는" 방식은 동시 요청에 취약합니다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2574036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21305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2532888"/>
            <a:ext cx="21717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요청 A: 재고 5개 읽음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2880360"/>
            <a:ext cx="21717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product.stock === 5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3140964" y="1965960"/>
            <a:ext cx="21945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3378708" y="1965960"/>
            <a:ext cx="2574036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579876" y="21305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3579876" y="2532888"/>
            <a:ext cx="21717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요청 B: 거의 동시에 재고 5개 읽음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3579876" y="2880360"/>
            <a:ext cx="21717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product.stock === 5 (A가 아직 저장 전)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971032" y="1965960"/>
            <a:ext cx="21945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08776" y="1965960"/>
            <a:ext cx="2574036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09944" y="21305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6409944" y="2532888"/>
            <a:ext cx="21717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A가 stock = 5-1 = 4로 저장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6409944" y="2880360"/>
            <a:ext cx="21717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8801100" y="1965960"/>
            <a:ext cx="21945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9038844" y="1965960"/>
            <a:ext cx="2574036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240012" y="21305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9240012" y="2532888"/>
            <a:ext cx="21717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B도 stock = 5-1 = 4로 저장 (덮어씀)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9240012" y="2880360"/>
            <a:ext cx="21717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실제로는 2개 팔렸는데 재고는 1개만 줄어든 것으로 기록됨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48640" y="4160520"/>
            <a:ext cx="11064240" cy="1280160"/>
          </a:xfrm>
          <a:prstGeom prst="roundRect">
            <a:avLst>
              <a:gd name="adj" fmla="val 5714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14400" y="4343400"/>
            <a:ext cx="10332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이게 '경쟁 상태(race condition)'입니다 — 두 요청이 서로의 존재를 모른 채 같은 값을 기준으로 계산해서, 한쪽의 변경이 사라져 버립니다.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11주차 · 고급 예제 II — 쇼핑몰 완성 (주문)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lib/products.ts — decrementStock()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$inc는 DB 서버가 직접 '더하기/빼기'를 수행하는 원자적 연산입니다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11064240" cy="2377440"/>
          </a:xfrm>
          <a:prstGeom prst="roundRect">
            <a:avLst>
              <a:gd name="adj" fmla="val 3077"/>
            </a:avLst>
          </a:prstGeom>
          <a:solidFill>
            <a:srgbClr val="0F172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103120"/>
            <a:ext cx="10424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async function decrementStock(productId: string, qty: number) {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await connectDB();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await ProductModel.updateOne(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 _id: productId },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 $inc: { stock: -qty } }   // '읽고 계산해서 쓰기'가 아니라 DB가 직접 증감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80560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$inc를 쓰면 요청 A와 B가 동시에 도착해도, DB가 두 연산을 순서대로(직렬화해서) 처리하기 때문에 -1, -1이 각각 정확히 반영되어 최종 재고가 3이 됩니다.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1945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6517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checkoutAction — 결제 처리 전체 흐름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6118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재검증 → 주문 생성 → 재고 감소 → 장바구니 비움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11주차 · 고급 예제 II — 쇼핑몰 완성 (주문)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11주차 · 고급 예제 II — 쇼핑몰 완성 (주문)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전체 흐름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checkoutAction 5단계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이번 학기 배운 개념들이 한 함수에 총집합합니다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2008022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21305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2532888"/>
            <a:ext cx="16056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로그인 확인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2880360"/>
            <a:ext cx="160568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!session?.user → /login (7·9주차 패턴)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2574950" y="1965960"/>
            <a:ext cx="21945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2812694" y="1965960"/>
            <a:ext cx="2008022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013862" y="21305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3013862" y="2532888"/>
            <a:ext cx="16056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장바구니 재검증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3013862" y="2880360"/>
            <a:ext cx="160568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쿠키의 productId로 DB를 다시 조회해 가격·재고 확정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839005" y="1965960"/>
            <a:ext cx="21945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5076749" y="1965960"/>
            <a:ext cx="2008022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277917" y="21305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5277917" y="2532888"/>
            <a:ext cx="16056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Order 생성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5277917" y="2880360"/>
            <a:ext cx="160568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createOrder(userId, items)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7103059" y="1965960"/>
            <a:ext cx="21945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7340803" y="1965960"/>
            <a:ext cx="2008022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541971" y="21305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7541971" y="2532888"/>
            <a:ext cx="16056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재고 감소 + 장바구니 비움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7541971" y="2880360"/>
            <a:ext cx="160568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decrementStock 반복 + clearCart()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9367114" y="1965960"/>
            <a:ext cx="21945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27" name="Shape 25"/>
          <p:cNvSpPr/>
          <p:nvPr/>
        </p:nvSpPr>
        <p:spPr>
          <a:xfrm>
            <a:off x="9604858" y="1965960"/>
            <a:ext cx="2008022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806026" y="21305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29" name="Text 27"/>
          <p:cNvSpPr txBox="1"/>
          <p:nvPr/>
        </p:nvSpPr>
        <p:spPr>
          <a:xfrm>
            <a:off x="9806026" y="2532888"/>
            <a:ext cx="16056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주문 상세로 이동</a:t>
            </a:r>
            <a:endParaRPr lang="en-US" sz="1350" dirty="0"/>
          </a:p>
        </p:txBody>
      </p:sp>
      <p:sp>
        <p:nvSpPr>
          <p:cNvPr id="30" name="Text 28"/>
          <p:cNvSpPr txBox="1"/>
          <p:nvPr/>
        </p:nvSpPr>
        <p:spPr>
          <a:xfrm>
            <a:off x="9806026" y="2880360"/>
            <a:ext cx="160568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redirect(`/orders/${order.id}`)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48640" y="4114800"/>
            <a:ext cx="3707892" cy="292608"/>
          </a:xfrm>
          <a:prstGeom prst="roundRect">
            <a:avLst>
              <a:gd name="adj" fmla="val 50000"/>
            </a:avLst>
          </a:prstGeom>
          <a:solidFill>
            <a:srgbClr val="E6FFFA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48640" y="4114800"/>
            <a:ext cx="37078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10주차 lib/cart.ts, lib/products.ts 그대로 재사용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11주차 · 고급 예제 II — 쇼핑몰 완성 (주문)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checkoutAction — 재검증 부분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장바구니에 담아둔 사이 재고가 줄었을 수 있으므로 다시 한번 clamp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F172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103120"/>
            <a:ext cx="104241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lines = await getCartLines();</a:t>
            </a:r>
            <a:endParaRPr lang="en-US" sz="108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(lines.length === 0) throw new Error("장바구니가 비어 있습니다.");</a:t>
            </a:r>
            <a:endParaRPr lang="en-US" sz="108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8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products = await getProductsByIds(lines.map((l) =&gt; l.productId));</a:t>
            </a:r>
            <a:endParaRPr lang="en-US" sz="108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items = lines.map((line) =&gt; {</a:t>
            </a:r>
            <a:endParaRPr lang="en-US" sz="108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product = products.find((p) =&gt; p.id === line.productId);</a:t>
            </a:r>
            <a:endParaRPr lang="en-US" sz="108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(!product) return null;</a:t>
            </a:r>
            <a:endParaRPr lang="en-US" sz="108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qty = Math.min(line.qty, product.stock);   // 지금 재고 기준으로 다시 clamp</a:t>
            </a:r>
            <a:endParaRPr lang="en-US" sz="108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(qty &lt;= 0) return null;</a:t>
            </a:r>
            <a:endParaRPr lang="en-US" sz="108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{ productId: product.id, name: product.name, price: product.price, qty };</a:t>
            </a:r>
            <a:endParaRPr lang="en-US" sz="108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}).filter(Boolean);</a:t>
            </a:r>
            <a:endParaRPr lang="en-US" sz="10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11주차 · 고급 예제 II — 쇼핑몰 완성 (주문)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checkoutAction — 완료 처리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주문 생성 후, 여러 상품의 재고를 동시에(Promise.all) 감소시킵니다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11064240" cy="4114800"/>
          </a:xfrm>
          <a:prstGeom prst="roundRect">
            <a:avLst>
              <a:gd name="adj" fmla="val 1778"/>
            </a:avLst>
          </a:prstGeom>
          <a:solidFill>
            <a:srgbClr val="0F172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103120"/>
            <a:ext cx="104241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(items.length === 0) throw new Error("주문할 수 있는 상품이 없습니다...");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order = await createOrder(session.user.id, items);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 Promise.all(items.map((item) =&gt; decrementStock(item.productId, item.qty)));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 clearCart();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revalidatePath("/", "layout");   // 헤더의 장바구니 배지 갱신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revalidatePath("/orders");        // 주문 내역 목록 갱신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redirect(`/orders/${order.id}`);  // 방금 만든 주문 상세로 이동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11주차 · 고급 예제 II — 쇼핑몰 완성 (주문)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app/cart/page.tsx — 결제하기 버튼 활성화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10주차의 disabled 버튼이 이번 주 진짜 폼으로 바뀝니다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2377440"/>
          </a:xfrm>
          <a:prstGeom prst="roundRect">
            <a:avLst>
              <a:gd name="adj" fmla="val 3077"/>
            </a:avLst>
          </a:prstGeom>
          <a:solidFill>
            <a:srgbClr val="0F172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148840"/>
            <a:ext cx="10424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&lt;form action={checkoutAction}&gt;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&lt;button type="submit"&gt;결제하기&lt;/button&gt;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&lt;/form&gt;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인자가 없는 Server Action도 &lt;form action={...}&gt;에 그대로 연결할 수 있습니다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(checkoutAction()은 FormData를 받지 않고, 세션과 쿠키만으로 동작)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4480560"/>
            <a:ext cx="11064240" cy="1280160"/>
          </a:xfrm>
          <a:prstGeom prst="roundRect">
            <a:avLst>
              <a:gd name="adj" fmla="val 5714"/>
            </a:avLst>
          </a:prstGeom>
          <a:solidFill>
            <a:srgbClr val="ECFDF5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4663440"/>
            <a:ext cx="10332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비로그인 상태로 결제하기를 누르면 checkoutAction 내부의 auth() 확인에 걸려 /login으로 이동합니다 — 장바구니는 비로그인도 가능하지만, 결제(주문 생성)는 반드시 로그인이 필요합니다.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1945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6517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주문 내역 페이지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6118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본인 주문만 — 소유권 검사를 목록 조회에도 적용합니다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11주차 · 고급 예제 II — 쇼핑몰 완성 (주문)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11주차 · 고급 예제 II — 쇼핑몰 완성 (주문)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6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app/orders/page.tsx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getOrdersByUser(session.user.id) — 쿼리 조건에 userId를 직접 건다는 것이 핵심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11064240" cy="2560320"/>
          </a:xfrm>
          <a:prstGeom prst="roundRect">
            <a:avLst>
              <a:gd name="adj" fmla="val 2857"/>
            </a:avLst>
          </a:prstGeom>
          <a:solidFill>
            <a:srgbClr val="0F172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103120"/>
            <a:ext cx="104241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default async function OrdersPage() {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session = await auth();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(!session?.user) { redirect("/login"); }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orders = await getOrdersByUser(session.user.id);   // ← 항상 내 id로만 필터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... 목록 렌더 ...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466344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484632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만약 전체 Order 컬렉션을 걸러내지 않고 보여준다면? 다른 사람의 주문 내역이 그대로 노출되는 정보 유출 사고입니다.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1945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6517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주문 상세 &amp; IDOR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6118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이번 학기 소유권 검사의 마지막 예시 — 그리고 12~14주차 예고편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11주차 · 고급 예제 II — 쇼핑몰 완성 (주문)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11주차 · 고급 예제 II — 쇼핑몰 완성 (주문)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복습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9주차 패턴이 그대로 반복됩니다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도메인(공지사항 → 주문)이 바뀌어도 소유권 검사 원칙은 동일합니다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6424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4297680"/>
                <a:gridCol w="4297680"/>
              </a:tblGrid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9주차 — 공지사항 삭제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11주차 — 주문 상세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소유권 필드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authorId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userId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검사식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notice.authorId === session.user.id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order.userId === session.user.id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예외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 === "admin"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 === "admin"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실패 시 응답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삭제 거부(에러)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404 — 존재 자체를 숨김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11주차 · 고급 예제 II — 쇼핑몰 완성 (주문)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7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app/orders/[id]/page.tsx — isOwner 검사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getOrder(id)는 소유권을 안 걸러줍니다 — 페이지에서 직접 확인해야 합니다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11064240" cy="2926080"/>
          </a:xfrm>
          <a:prstGeom prst="roundRect">
            <a:avLst>
              <a:gd name="adj" fmla="val 2500"/>
            </a:avLst>
          </a:prstGeom>
          <a:solidFill>
            <a:srgbClr val="0F172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103120"/>
            <a:ext cx="104241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order = await getOrder(id);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(!order) { notFound(); }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isOwner = order.userId === session.user.id;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isAdmin = session.user.role === "admin";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(!isOwner &amp;&amp; !isAdmin) {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notFound();   // 403이 아니라 404!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0292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주목: getOrder(id)는 9주차의 getNotice(id)처럼 "누구 것인지" 걸러내지 않고 그냥 id로만 조회합니다 — 소유권 판단은 항상 페이지/Action 쪽 책임입니다.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11주차 · 고급 예제 II — 쇼핑몰 완성 (주문)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질문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왜 403(권한 없음)이 아니라 404(존재하지 않음)인가?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"없다"와 "권한이 없다"를 구분해서 알려주지 않는 이유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37210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221992"/>
            <a:ext cx="4823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403으로 응답하면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551176"/>
            <a:ext cx="48234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"이 id의 주문이 존재하기는 한다"가 새어나감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008376"/>
            <a:ext cx="482346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공격자가 id를 하나씩 바꿔가며 403/404 응답을 비교하면, 어떤 주문 id가 실제로 존재하는지 알아낼 수 있습니다(enumeration).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40780" y="1965960"/>
            <a:ext cx="537210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515100" y="2221992"/>
            <a:ext cx="4823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404로 통일하면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515100" y="2551176"/>
            <a:ext cx="48234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존재 여부 자체를 숨김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515100" y="3008376"/>
            <a:ext cx="482346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"없는 주문"과 "내 것이 아닌 주문"이 공격자 입장에서 구분 불가능해집니다.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5720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7주차 authorize()에서 "이메일 없음"과 "비밀번호 틀림"을 구분 안 했던 것과 정확히 같은 원리입니다 — 이 학기 전체를 관통하는 패턴을 여기서 다시 확인하는 것입니다.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11주차 · 고급 예제 II — 쇼핑몰 완성 (주문)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예고편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IDOR(Insecure Direct Object Reference)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검사가 빠지면 정확히 이 취약점이 됩니다 — 12~14주차의 주인공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3517392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21305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2532888"/>
            <a:ext cx="3115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만약 isOwner 검사가 없다면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2880360"/>
            <a:ext cx="31150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로그인만 되어 있으면 누구든 /orders/아무id로 접근 가능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4084320" y="1965960"/>
            <a:ext cx="21945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4322064" y="1965960"/>
            <a:ext cx="3517392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23232" y="21305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523232" y="2532888"/>
            <a:ext cx="3115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공격자가 하는 일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4523232" y="2880360"/>
            <a:ext cx="31150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id를 1씩 늘려가며 순회 — 다른 사람의 구매 내역을 전부 열람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7857744" y="1965960"/>
            <a:ext cx="21945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8095488" y="1965960"/>
            <a:ext cx="3517392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96656" y="21305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8296656" y="2532888"/>
            <a:ext cx="3115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12~14주차 실습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8296656" y="2880360"/>
            <a:ext cx="31150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프로젝트의 before(취약)/after(수정) 브랜치로 직접 공격해보고 고침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48640" y="3977640"/>
            <a:ext cx="11064240" cy="1463040"/>
          </a:xfrm>
          <a:prstGeom prst="roundRect">
            <a:avLst>
              <a:gd name="adj" fmla="val 5000"/>
            </a:avLst>
          </a:prstGeom>
          <a:solidFill>
            <a:srgbClr val="ECFDF5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14400" y="4160520"/>
            <a:ext cx="10332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12~14주차에서는 이 쇼핑몰 코드를 베이스로 IDOR 외에도 XSS, NoSQL Injection, 시크릿 관리, Rate Limiting/보안 헤더까지 5종을 직접 공격하고 고치는 실습을 합니다. 오늘 배운 소유권 검사 원칙을 꼭 기억해두세요.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1945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6517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실습 확인 + SNS로 응용해보기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6118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패턴은 이름만 바꾸면 다른 도메인에도 그대로 적용됩니다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11주차 · 고급 예제 II — 쇼핑몰 완성 (주문)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11주차 · 고급 예제 II — 쇼핑몰 완성 (주문)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실습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3가지 시나리오 테스트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특히 2번은 반드시 계정 두 개로 직접 확인해야 의미가 있습니다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3517392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21305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2532888"/>
            <a:ext cx="3115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전체 결제 흐름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2880360"/>
            <a:ext cx="31150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담기 → /cart → 결제하기 → 주문 상세 이동 → 장바구니가 비었는지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4084320" y="1965960"/>
            <a:ext cx="21945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4322064" y="1965960"/>
            <a:ext cx="3517392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23232" y="21305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523232" y="2532888"/>
            <a:ext cx="3115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남의 주문 id로 접근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4523232" y="2880360"/>
            <a:ext cx="31150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계정 B로 로그인해 계정 A의 주문 id를 URL에 직접 입력 → 404 확인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7857744" y="1965960"/>
            <a:ext cx="21945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8095488" y="1965960"/>
            <a:ext cx="3517392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96656" y="21305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8296656" y="2532888"/>
            <a:ext cx="3115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재고 반영 확인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8296656" y="2880360"/>
            <a:ext cx="31150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Atlas에서 주문한 상품의 stock이 실제로 줄었는지 확인</a:t>
            </a:r>
            <a:endParaRPr lang="en-US" sz="11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11주차 · 고급 예제 II — 쇼핑몰 완성 (주문)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선택 과제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SNS 버전으로 응용해보기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구현은 선택이지만, 매핑 설계 아이디어만 정리해도 좋은 연습이 됩니다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64240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612648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쇼핑몰 (오늘)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SNS 버전으로 바꾸면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상품 목록/상세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게시물(Post) 목록/상세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쿠키 기반 장바구니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로그인 없이 쓸 수 있는 임시 저장(초안)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주문 생성 + 소유권 조회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"내가 쓴 글" 목록 (본인 글만 조회/수정 가능)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 예외 접근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신고된 게시물 처리 권한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11주차 · 고급 예제 II — 쇼핑몰 완성 (주문)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트러블슈팅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자주 만나는 에러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checkoutAction은 이번 학기에서 가장 많은 단계를 거치는 함수입니다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1106424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931920"/>
                <a:gridCol w="393192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2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증상</a:t>
                      </a:r>
                      <a:endParaRPr lang="en-US" sz="11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2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원인</a:t>
                      </a:r>
                      <a:endParaRPr lang="en-US" sz="11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2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해결</a:t>
                      </a:r>
                      <a:endParaRPr lang="en-US" sz="11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2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결제해도 주문이 안 생김</a:t>
                      </a:r>
                      <a:endParaRPr lang="en-US" sz="11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2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장바구니가 비었거나 재고 0</a:t>
                      </a:r>
                      <a:endParaRPr lang="en-US" sz="11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2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품절 상품은 checkoutAction에서 자동 제외됨(정상)</a:t>
                      </a:r>
                      <a:endParaRPr lang="en-US" sz="11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2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주문 후에도 장바구니가 그대로</a:t>
                      </a:r>
                      <a:endParaRPr lang="en-US" sz="11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2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clearCart() 호출 누락</a:t>
                      </a:r>
                      <a:endParaRPr lang="en-US" sz="11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2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checkoutAction 마지막 단계 확인</a:t>
                      </a:r>
                      <a:endParaRPr lang="en-US" sz="11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2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남의 주문이 보임</a:t>
                      </a:r>
                      <a:endParaRPr lang="en-US" sz="11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2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isOwner 검사 누락/오타</a:t>
                      </a:r>
                      <a:endParaRPr lang="en-US" sz="11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2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order.userId === session.user.id 정확히 비교</a:t>
                      </a:r>
                      <a:endParaRPr lang="en-US" sz="11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2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재고가 이상하게 줄어듦</a:t>
                      </a:r>
                      <a:endParaRPr lang="en-US" sz="11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2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decrementStock을 여러 번 호출</a:t>
                      </a:r>
                      <a:endParaRPr lang="en-US" sz="11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2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Promise.all 안의 items 배열에 중복이 없는지 확인</a:t>
                      </a:r>
                      <a:endParaRPr lang="en-US" sz="11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2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주문 상세에서 403 화면</a:t>
                      </a:r>
                      <a:endParaRPr lang="en-US" sz="11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2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notFound() 대신 다른 에러 처리</a:t>
                      </a:r>
                      <a:endParaRPr lang="en-US" sz="11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2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소유권 실패 시 반드시 notFound()로 통일</a:t>
                      </a:r>
                      <a:endParaRPr lang="en-US" sz="11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1945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8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6517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배포 &amp; 제출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6118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환경변수는 변동 없음 — 쇼핑몰 레퍼런스 프로젝트 완성!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11주차 · 고급 예제 II — 쇼핑몰 완성 (주문)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11주차 · 고급 예제 II — 쇼핑몰 완성 (주문)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8 — 복습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→ Vercel → submissions-2026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커밋으로 12~14주차 실습의 베이스 프로젝트가 완성됩니다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1064240" cy="1645920"/>
          </a:xfrm>
          <a:prstGeom prst="roundRect">
            <a:avLst>
              <a:gd name="adj" fmla="val 4444"/>
            </a:avLst>
          </a:prstGeom>
          <a:solidFill>
            <a:srgbClr val="0F172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148840"/>
            <a:ext cx="10424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status   # .env.local 목록에 없는지 확인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add . &amp;&amp; git commit -m "week11: 주문(Order) 생성 + 소유권 기반 조회"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push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840480"/>
            <a:ext cx="5404104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49808" y="400507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749808" y="4407408"/>
            <a:ext cx="5001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submissions-2026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" y="4754880"/>
            <a:ext cx="5001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week11/학번.json 로 PR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971032" y="3840480"/>
            <a:ext cx="21945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6208776" y="3840480"/>
            <a:ext cx="5404104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9944" y="400507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6409944" y="4407408"/>
            <a:ext cx="5001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repo_url · commit_sha · deploy_url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6409944" y="4754880"/>
            <a:ext cx="5001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배포 사이트에서 남의 주문 id 접근이 404인지 확인 후 제출</a:t>
            </a:r>
            <a:endParaRPr lang="en-US" sz="11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11주차 · 고급 예제 II — 쇼핑몰 완성 (주문)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정리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오늘 실습 체크리스트 (과제 #8)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4개를 모두 마쳐야 오늘 과제가 완료된 것입니다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039112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03911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32688" y="1975104"/>
            <a:ext cx="10561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장바구니 → 결제 → 주문 상세까지 전체 흐름 확인 (결제 후 장바구니가 비는지 포함)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2816352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281635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32688" y="2752344"/>
            <a:ext cx="10561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다른 계정으로 남의 주문 id에 직접 접근 → 404 확인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3593592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59359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32688" y="3529584"/>
            <a:ext cx="10561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Atlas에서 주문한 상품의 stock이 실제로 줄었는지 확인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48640" y="4370832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37083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932688" y="4306824"/>
            <a:ext cx="10561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레포에 push(.env.local 제외) → Vercel 배포 → submissions-2026에 PR 제출</a:t>
            </a:r>
            <a:endParaRPr lang="en-US" sz="13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9144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 주 안내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12주차 · OWASP 웹 보안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0312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오늘 완성한 쇼핑몰의 before/after 브랜치로 IDOR를 포함한 5종 취약점을 직접 공격하고 고칩니다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3227832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334155"/>
          </a:solidFill>
          <a:ln w="19050">
            <a:solidFill>
              <a:srgbClr val="5EEAD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322783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932688" y="3163824"/>
            <a:ext cx="9646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과제 #8 — 오늘 만든 코드 + Vercel 배포 링크를 submissions-2026에 제출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3776472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334155"/>
          </a:solidFill>
          <a:ln w="19050">
            <a:solidFill>
              <a:srgbClr val="5EEAD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37764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32688" y="3712464"/>
            <a:ext cx="9646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오늘의 isOwner 검사 패턴을 꼭 기억해두면 12주차가 훨씬 수월합니다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6035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웹서버보안프로그래밍 · 정보보호학과 · 중부대학교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2026-09-01T07:29:50Z</dcterms:created>
  <dcterms:modified xsi:type="dcterms:W3CDTF">2026-09-01T07:29:50Z</dcterms:modified>
</cp:coreProperties>
</file>