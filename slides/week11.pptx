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예제 I 완성: 주문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장바구니가 진짜 주문(Order)이 되고, 본인 주문만 볼 수 있게 됩니다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11주차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10주차의 카탈로그·장바구니에 결제와 소유권 검사를 더합니다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정보보호학과  · 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 레퍼런스 프로젝트의 마지막 조각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11주차 · 고급 예제 I 완성: 주문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→ 주문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"결제하기"가 실제로 Order 문서를 만듭니다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재고를 원자적으로 감소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여러 명이 주문해도 재고가 꼬이지 않게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주문만 조회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소유권 개념을 주문 내역에도 그대로 적용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37850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239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IDOR 예고편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51960" y="523951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검사가 없으면 어떤 사고가 나는지 — 12~14주차로 이어짐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결제하기 버튼을 누르면 벌어지는 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대행사 연동은 범위 밖 — 핵심은 인증·검증·소유권입니다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11주차 · 고급 예제 I 완성: 주문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5628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691" y="25592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로그인 확인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비로그인이면 /login으로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18104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19272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482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83" y="25592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DB에서 재조회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10712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쿠키가 아니라 DB 가격/재고 기준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797296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998464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5401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75" y="255922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98464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Order 생성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089904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userId를 서버가 직접 채움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476488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8677656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33204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267" y="255922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77656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장바구니 비우기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769096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clearCart() 후 주문 상세로 이동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models/Order.ts — 가격은 "그 순간" 그대로 저장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상품을 참조만 하지 않고 name/price를 복사해서 저장합니다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11주차 · 고급 예제 I 완성: 주문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4297680"/>
          </a:xfrm>
          <a:prstGeom prst="roundRect">
            <a:avLst>
              <a:gd name="adj" fmla="val 170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models/Order.ts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orderItemSchema = new Schema({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28072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productId: { type: Schema.Types.ObjectId, ref: "Product" },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" y="309981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{ type: String, required: true },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이 시점의 이름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339242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price: { type: Number, required: true },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이 시점의 가격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2688" y="36850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qty: { type: Number, required: true },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2688" y="3977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 _id: false })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4270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456285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orderSchema = new Schema({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2688" y="485546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userId: { type: Schema.Types.ObjectId, ref: "User", required: true },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2688" y="514807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{ type: [orderItemSchema], required: true },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32688" y="544068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total: { type: Number, required: true },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2688" y="57332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 timestamps: true })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checkoutAction — 로그인·가격·재고를 다시 확인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쿠키(클라이언트)를 믿지 않고 매번 DB 기준으로 다시 계산합니다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11주차 · 고급 예제 I 완성: 주문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4297680"/>
          </a:xfrm>
          <a:prstGeom prst="roundRect">
            <a:avLst>
              <a:gd name="adj" fmla="val 170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lib/actions.ts — checkoutAction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session = await auth()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28072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(!session?.user) redirect("/login")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" y="309981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339242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lines = await getCartLines()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쿠키에는 productId/qty뿐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2688" y="36850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products = await getProductsByIds(lines.map(l =&gt; l.productId))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2688" y="3977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 = lines.map(line =&gt; {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4270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product = products.find(p =&gt; p.id === line.productId)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456285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qty = Math.min(line.qty, product.stock)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재고로 다시 강제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2688" y="485546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productId: product.id, name: product.name, price: product.price, qty }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2688" y="514807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32688" y="544068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2688" y="57332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order = await createOrder(session.user.id, items)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감소, $inc로 원자적으로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"읽고 → 계산 → 쓰기" 방식은 동시 주문에서 재고가 꼬일 수 있습니다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11주차 · 고급 예제 I 완성: 주문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21945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lib/products.ts — decrementStock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ProductModel.updateOne(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_id: productId },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1729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$inc: { stock: -qty } }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DB가 원자적으로 계산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5021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384048" cy="38404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4664172"/>
            <a:ext cx="199705" cy="19970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52728" y="45537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이렇게 하나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133088" y="4553712"/>
            <a:ext cx="7022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재고를 읽고(read) 서버 메모리에서 -1 계산해 다시 쓰면(write), 두 요청이 동시에 같은 값을 읽어 감소분을 서로 덮어쓸 수 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주문만 보입니다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9주차의 소유권 검사를 주문 내역에도 똑같이 적용합니다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11주차 · 고급 예제 I 완성: 주문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5628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691" y="25592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조회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getOrdersByUser(userId)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쿼리 자체에 내 id 조건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19272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482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83" y="255922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9272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조회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10712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order.userId === session.user.id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다르면 존재도 안 알려줌(404)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98464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5401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75" y="255922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98464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예외: admin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089904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관리자는 다른 사람 주문도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"관리자 열람" 표시로 조회 가능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677656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33204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267" y="2559223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77656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이게 없다면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769096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URL의 주문 id만 바꿔서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결제 내역을 볼 수 있음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IDOR입니다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12~14주차에 이 프로젝트를 일부러 깨보고, 다시 고치는 실습을 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11주차 · 고급 예제 I 완성: 주문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인증은 있는데 인가가 없다면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"로그인했는가"만 확인하고 "그 사람 것인가"를 확인하지 않는 상태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IDOR (Insecure Direct Object Reference)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id만 바꾸면 다른 사용자의 리소스에 접근할 수 있는 취약점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12~14주차 예고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쇼핑몰 코드의 before/after 브랜치로 실제 공격·방어를 실습합니다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과제: SNS 버전으로 응용해보기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쇼핑몰과 똑같은 패턴이 그대로 적용됩니다 — 직접 매핑해보세요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11주차 · 고급 예제 I 완성: 주문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38912" cy="438912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2208459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7592" y="20848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→ 게시물(Post)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87952" y="2084832"/>
            <a:ext cx="6967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카탈로그(목록/상세) 패턴을 그대로 재사용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017520"/>
            <a:ext cx="438912" cy="438912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19" y="3122859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07592" y="29992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→ 임시 저장(초안)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187952" y="2999232"/>
            <a:ext cx="6967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없이도 쓸 수 있는 쿠키 기반 데이터의 다른 예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931920"/>
            <a:ext cx="438912" cy="438912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19" y="4037259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07592" y="39136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→ 내가 쓴 글 모음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187952" y="3913632"/>
            <a:ext cx="6967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것만 보인다"는 소유권 검사를 그대로 적용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846320"/>
            <a:ext cx="438912" cy="438912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19" y="4951659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07592" y="48280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열람 → 신고 처리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187952" y="4828032"/>
            <a:ext cx="6967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 기반 예외 접근을 다른 시나리오로 응용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체크리스트 (과제 #8)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11주차 · 고급 예제 I 완성: 주문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28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→ 결제 → 주문 상세까지 전체 흐름 확인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06240" y="2084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후 장바구니가 비는지, 주문 내역에 나타나는지 확인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21868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090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계정으로 로그인해 남의 주문 id로 접근 시도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206240" y="30906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/orders/&lt;다른 사람의 주문 id&gt;가 404로 처리되는지 확인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2452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096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후 상품 재고가 실제로 줄었는지 확인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206240" y="40965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Atlas에서 stock 값 변화 확인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23036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102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206240" y="51023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assignments-&lt;학번&gt;/week11/ push + Vercel 배포 링크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안내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· OWASP 웹보안 개론 — 지금까지 만든 코드로 실제 공격을 실습합니다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4024092"/>
            <a:ext cx="199705" cy="199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950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#8 — 주문 흐름 + 소유권 검사 확인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4618452"/>
            <a:ext cx="199705" cy="1997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544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10~11주차 쇼핑몰 프로젝트가 12~14주차 보안 실습의 베이스가 됩니다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웹서버보안프로그래밍  ·  정보보호학과  ·  중부대학교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2026-08-19T09:04:38Z</dcterms:created>
  <dcterms:modified xsi:type="dcterms:W3CDTF">2026-08-19T09:04:38Z</dcterms:modified>
</cp:coreProperties>
</file>