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중간고사 주간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기획서 발표 + 포트폴리오 사이트 초안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1~7주차에 배운 것을 발표와 기획서로 정리합니다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정보보호학과  ·  중부대학교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진행 방식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코드 실습은 없습니다 — 지금까지 배운 것을 정리하고 다음 단계를 준비하는 주입니다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 · 중간고사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1~7주차 총정리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풀스택 스택 + 게시판 프로젝트 + 인증까지, 배운 것을 한눈에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기획서 발표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팀별로 준비한 기획서를 짧게 발표 (중간고사 평가의 핵심)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사이트 초안 제출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과제 — 지금까지의 결과물을 담을 나만의 사이트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537850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239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 이후 로드맵 안내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51960" y="523951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권한(RBAC) → 고급 예제(쇼핑몰) → OWASP 보안 실습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중간고사 평가 (30%)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시험지를 푸는 형태가 아니라, 지금까지의 결과물로 평가합니다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 · 중간고사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5628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691" y="25592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기획서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+ 문서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(비중 大)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19272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4820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883" y="255922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9272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초안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10712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배포 링크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98464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54012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75" y="255922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98464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그동안의 과제 #1~5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089904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이력으로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꾸준함 확인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677656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33204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267" y="2559223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77656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개념 이해도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769096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1~7주차 보안 메모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질의응답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암기 시험이 아니라 "만들 수 있는가 + 왜 그렇게 만들었는가를 설명할 수 있는가"를 봅니다.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1~7주차, 우리가 만든 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공지사항 게시판 하나가 매주 한 겹씩 자라났습니다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 · 중간고사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38912" cy="438912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19" y="2208459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7592" y="20848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1~4주차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87952" y="2084832"/>
            <a:ext cx="6967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풀스택 발전사·테크스택 이해 → Next.js 템플릿 설치 → 라우팅/Server Action/Route Handler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438912" cy="438912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19" y="2985699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07592" y="28620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5주차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187952" y="2862072"/>
            <a:ext cx="6967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공지사항 게시판 시작 — 목록/상세/글쓰기, form action, 컴포넌트 재사용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657600"/>
            <a:ext cx="438912" cy="438912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19" y="3762939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07592" y="36393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187952" y="3639312"/>
            <a:ext cx="6967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MongoDB/Mongoose 연동 — in-memory에서 실제 DB로, 연결 캐싱, 시크릿 관리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434840"/>
            <a:ext cx="438912" cy="438912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19" y="4540179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07592" y="44165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7주차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187952" y="4416552"/>
            <a:ext cx="6967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Auth.js 로그인/회원가입 — bcrypt 해싱, JWT 세션, 인증 vs 인가 구분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기획서에 들어갈 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 1~2장 분량이면 충분합니다 — 완벽함보다 구체성이 중요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 · 중간고사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128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084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 &amp; 역할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06240" y="20848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명단, 각자 맡을 영역(프론트/백엔드/보안 등 유연하게)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0815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953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주제 &amp; 핵심 기능(MVP)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06240" y="29535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만들 것인가"를 3~5개의 핵심 기능으로 좁혀서 설명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5020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822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주차별 일정 계획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06240" y="38221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9~15주 동안 언제 무엇을 만들지 (Git 브랜치 전략과 함께)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8188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690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고려사항 초안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06240" y="46908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프로젝트에서 특히 신경 써야 할 OWASP 항목 예상해보기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주제, 이렇게 확장해보세요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배운 게시판 구조(목록·상세·작성·인증)를 응용하는 것이 출발점입니다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 · 중간고사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5628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691" y="25592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커머스형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목록/상세 +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장바구니/주문 (10~11주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쇼핑몰과 결이 비슷)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19272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4820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883" y="255922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9272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커뮤니티/SNS형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10712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게시판 + 댓글 +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팔로우/좋아요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98464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54012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75" y="255922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98464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예약/매칭형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089904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일정·좌석·팀원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시스템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677656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33204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267" y="2559223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77656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학과/동아리형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769096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학과 공지+행사+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스터디 모집 게시판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주제가 무엇이든 핵심은 "게시판형 CRUD + 인증 + 최소 하나의 보안 체크리스트"를 갖추는 것입니다.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사이트 초안 (개인 과제)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배운 스택으로, 나를 소개하는 사이트를 직접 만듭니다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 · 중간고사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128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084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자기소개 섹션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06240" y="20848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이름, 관심 분야, 사용 가능한 기술 스택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0815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953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그동안의 과제 링크 모음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06240" y="29535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1~7주차 assignments 레포 + Vercel 배포 링크를 정리해서 보여주기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5020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822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배포까지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06240" y="38221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Vercel에 실제로 배포된 URL이 있어야 함 (로컬 실행만으로는 부족)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8188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690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학기 말까지 계속 성장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06240" y="46908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초안 — 15주차 최종 발표까지 프로젝트 결과물을 계속 추가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&amp; 제출 방법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 · 중간고사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5628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691" y="255922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팀 레포 준비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Organization에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team-&lt;팀명&gt; 생성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118104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19272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4820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883" y="255922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9272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기획서 업로드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10712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레포 README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 별도 문서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797296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998464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54012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75" y="255922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98464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팀당 발표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089904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발표 +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질의응답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476488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8677656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633204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267" y="2559223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77656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포트폴리오 링크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769096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제출란에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URL 제출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9주차부터 남은 학기 로드맵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지금까지의 개인 실습 → 팀 프로젝트 병행 → 보안 심화로 이어집니다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 · 중간고사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5628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691" y="25592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완성 +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권한(RBAC)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18104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19272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4820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883" y="255922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9272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10~11주차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10712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예제: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 레퍼런스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797296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998464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54012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75" y="255922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98464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12~14주차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089904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OWASP 보안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실습(before/after)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476488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8677656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633204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267" y="255922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77656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769096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발표 +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총정리(기말)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안내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 · 인증 완성 &amp; 권한(RBAC) — 로그인한 사람만 글을 쓸 수 있게 됩니다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4024092"/>
            <a:ext cx="199705" cy="1997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950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기획서 + 발표 준비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4618452"/>
            <a:ext cx="199705" cy="1997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45445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사이트 초안 Vercel 배포 + 링크 제출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웹서버보안프로그래밍  ·  정보보호학과  ·  중부대학교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2026-08-19T08:28:34Z</dcterms:created>
  <dcterms:modified xsi:type="dcterms:W3CDTF">2026-08-19T08:28:34Z</dcterms:modified>
</cp:coreProperties>
</file>